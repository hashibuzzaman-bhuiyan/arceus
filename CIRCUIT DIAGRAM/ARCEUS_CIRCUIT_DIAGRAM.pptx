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1136"/>
    <a:srgbClr val="761C5A"/>
    <a:srgbClr val="000000"/>
    <a:srgbClr val="C00000"/>
    <a:srgbClr val="FCFCFC"/>
    <a:srgbClr val="89BEF3"/>
    <a:srgbClr val="0F5497"/>
    <a:srgbClr val="4A4E52"/>
    <a:srgbClr val="E6E6E6"/>
    <a:srgbClr val="151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>
      <p:cViewPr>
        <p:scale>
          <a:sx n="50" d="100"/>
          <a:sy n="50" d="100"/>
        </p:scale>
        <p:origin x="105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79A2-A022-40C6-AF75-09CFB49E8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3852B-1D68-4071-92A3-2D8A2C644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B191F-06A4-4885-B8AF-5A0AB114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C585E-4C14-4B7D-9888-25E3A6E7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663E-9672-435E-98CB-71C1B640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1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A56C-AB5F-4F27-B7AC-59D4E86C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3DF33-2793-4409-B9B3-199EAC971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2BCD9-E180-4623-A9ED-CF353C1F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E3FE7-4643-4209-B37B-31D76A89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D430-881F-4DE9-9BD2-FFAF7E31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8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6CA5-5409-434A-A884-16AC91CF6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19692-ABF6-4EE0-8620-845E8CD82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A78A5-0C35-46F7-9495-C0944EB2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52AAD-FCDF-4B34-9232-914647AF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08BFE-1539-4CE7-9EE9-0043C9BE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C9BA5-26D2-4C4D-8535-F9DD09DD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3062-4BC6-4E8B-8FE6-BA40C01F8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DB90D-689C-46D7-88A3-BF890860A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D254D-BCC9-4A6E-AC5D-5FEC96A6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1903E-16D3-4FF7-A931-26FE2136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BC594-C1E8-4655-8EB5-C5A2D499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5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28B0-4994-4BD8-92A7-2C4FC6F31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8EC9D-31A5-475C-B021-E9AB3FAC7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58C19-F9EB-45E0-B865-7C44022F6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358B6-02BA-424E-B897-061BD3DCD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E655D-E875-443E-8BA7-4598AC3FA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53B20A-B2E6-4BDE-9A96-08A19684E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F39E3-A208-4793-9734-835593B6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37100-FEE3-432B-BAA4-48A30615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6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993A-1F5B-418C-B42A-E1EB3B57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57144-D65D-4E4B-A31B-272C1C28F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5D2C2-2CA7-4FB1-82A9-C3F13F5B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D0135-3A1F-40E4-9BC6-6139F072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6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05F88-7932-45CC-81BE-9F870C71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8F3462-4E43-43DC-AAAC-DAA9F6CD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A5FE1-2A2C-45F8-B2C3-71C574A6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3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030D-7F61-4CA1-90C4-5B5D4DA5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7FD9A-4D2E-4163-A597-8EFC3EAC3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9BA50-43EE-4C6A-BC2A-DF25295FE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46B14-3CFE-4F95-947D-F7B1FB3C6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8084F-9B92-48F5-990E-84133CF8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39F08-9813-4A08-AACA-C0A28599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60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BB27-59CB-4E45-B33B-8D67B7A0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BFF1-E7C0-49FB-A3DE-82DF8B15E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32B30-13F6-47A4-875F-FEF7FD9E6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C74C0-6928-4EAD-9924-78F6B02F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F3EDB-FB4B-4849-9261-08DD366F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8B954-EFC9-4EDD-A121-45486B14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6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C0DCC-B40A-409B-919F-AE154109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34DF1-C166-458E-913A-0643C18D0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F0686-6988-4BFD-872C-6C1D9F9D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DF09-7659-492D-8E83-5E157813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0AB84-A271-481E-9CCF-FEE3921A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05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38947-1071-41B0-9748-D38636A02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75514-62AE-4AFD-B698-C72FF2855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DF69-9540-4769-929E-E0068B3C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C7700-6809-4919-9D17-75F1A81C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51B7E-584F-4CD0-B682-ACACF4EA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6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627C0-209F-43E7-880F-B5363F68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67856-05B9-4FDF-9A23-54F85DC13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EA25D-C53B-43E9-AFD5-DB6F0866F1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01D9A-F8F6-443C-9E2F-3C890ACE420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F827A-E8C7-4AA7-914E-25D7F868F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301B6-8855-4116-9690-3F38E9DB9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05ADF-9D54-4203-A26C-56E94CC5A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4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7CED7-2D16-F9B9-B17E-7F357CAA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4D76E8-D9BD-2A45-FD37-BC92C18A73FD}"/>
              </a:ext>
            </a:extLst>
          </p:cNvPr>
          <p:cNvSpPr/>
          <p:nvPr/>
        </p:nvSpPr>
        <p:spPr>
          <a:xfrm>
            <a:off x="-99912" y="-3340"/>
            <a:ext cx="12301538" cy="6858000"/>
          </a:xfrm>
          <a:prstGeom prst="rect">
            <a:avLst/>
          </a:prstGeom>
          <a:solidFill>
            <a:srgbClr val="FCFCFC"/>
          </a:solidFill>
          <a:ln w="57150">
            <a:solidFill>
              <a:srgbClr val="2444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RASPBERRY PI 4 B SETTING UP Pdf Download | ManualsLib">
            <a:extLst>
              <a:ext uri="{FF2B5EF4-FFF2-40B4-BE49-F238E27FC236}">
                <a16:creationId xmlns:a16="http://schemas.microsoft.com/office/drawing/2014/main" id="{C50F0FEF-7FA1-FDE8-985E-312A464BF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75"/>
                    </a14:imgEffect>
                    <a14:imgEffect>
                      <a14:saturation sat="166000"/>
                    </a14:imgEffect>
                    <a14:imgEffect>
                      <a14:brightnessContrast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1" t="19671" r="4749" b="19524"/>
          <a:stretch>
            <a:fillRect/>
          </a:stretch>
        </p:blipFill>
        <p:spPr bwMode="auto">
          <a:xfrm>
            <a:off x="1370352" y="997927"/>
            <a:ext cx="2439790" cy="164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4017CA9-241B-2BF4-6FE3-6F7F40CBDC22}"/>
              </a:ext>
            </a:extLst>
          </p:cNvPr>
          <p:cNvGrpSpPr/>
          <p:nvPr/>
        </p:nvGrpSpPr>
        <p:grpSpPr>
          <a:xfrm>
            <a:off x="393037" y="1140806"/>
            <a:ext cx="626377" cy="1177555"/>
            <a:chOff x="10818969" y="5038230"/>
            <a:chExt cx="626377" cy="11775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DC79B33-3838-CC11-30B8-82BBB3725557}"/>
                </a:ext>
              </a:extLst>
            </p:cNvPr>
            <p:cNvSpPr/>
            <p:nvPr/>
          </p:nvSpPr>
          <p:spPr>
            <a:xfrm rot="5400000">
              <a:off x="10543923" y="5314513"/>
              <a:ext cx="1174984" cy="624892"/>
            </a:xfrm>
            <a:prstGeom prst="rect">
              <a:avLst/>
            </a:prstGeom>
            <a:solidFill>
              <a:srgbClr val="61010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4154793-00A2-FE47-F5BB-C14EEF5F7AAB}"/>
                </a:ext>
              </a:extLst>
            </p:cNvPr>
            <p:cNvSpPr/>
            <p:nvPr/>
          </p:nvSpPr>
          <p:spPr>
            <a:xfrm rot="5400000">
              <a:off x="11179538" y="4983450"/>
              <a:ext cx="152600" cy="262159"/>
            </a:xfrm>
            <a:prstGeom prst="rect">
              <a:avLst/>
            </a:prstGeom>
            <a:solidFill>
              <a:srgbClr val="1A4CA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0B429CC-7B37-9C00-214D-67AEF2933461}"/>
                </a:ext>
              </a:extLst>
            </p:cNvPr>
            <p:cNvSpPr/>
            <p:nvPr/>
          </p:nvSpPr>
          <p:spPr>
            <a:xfrm rot="5400000">
              <a:off x="11281394" y="5069381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B445FA-AAC7-05A4-4C7B-6399DD57ECFF}"/>
                </a:ext>
              </a:extLst>
            </p:cNvPr>
            <p:cNvCxnSpPr>
              <a:cxnSpLocks/>
              <a:stCxn id="22" idx="0"/>
              <a:endCxn id="22" idx="4"/>
            </p:cNvCxnSpPr>
            <p:nvPr/>
          </p:nvCxnSpPr>
          <p:spPr>
            <a:xfrm rot="5400000">
              <a:off x="11316199" y="5069382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5C6C61E-D2AC-4D10-A796-6BF5E03F161A}"/>
                </a:ext>
              </a:extLst>
            </p:cNvPr>
            <p:cNvCxnSpPr>
              <a:cxnSpLocks/>
              <a:stCxn id="22" idx="2"/>
              <a:endCxn id="22" idx="6"/>
            </p:cNvCxnSpPr>
            <p:nvPr/>
          </p:nvCxnSpPr>
          <p:spPr>
            <a:xfrm rot="5400000">
              <a:off x="11281394" y="5106446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E6382CE-BD7A-E902-3068-1D6B9FDB65DB}"/>
                </a:ext>
              </a:extLst>
            </p:cNvPr>
            <p:cNvSpPr/>
            <p:nvPr/>
          </p:nvSpPr>
          <p:spPr>
            <a:xfrm rot="5400000">
              <a:off x="11281394" y="5069381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49E5B2-D450-84A7-AFF0-611DF844C344}"/>
                </a:ext>
              </a:extLst>
            </p:cNvPr>
            <p:cNvSpPr/>
            <p:nvPr/>
          </p:nvSpPr>
          <p:spPr>
            <a:xfrm rot="5400000">
              <a:off x="11164871" y="5069381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AA9161-92C6-65F2-0125-0254EACBB2ED}"/>
                </a:ext>
              </a:extLst>
            </p:cNvPr>
            <p:cNvCxnSpPr>
              <a:cxnSpLocks/>
              <a:stCxn id="30" idx="0"/>
              <a:endCxn id="30" idx="4"/>
            </p:cNvCxnSpPr>
            <p:nvPr/>
          </p:nvCxnSpPr>
          <p:spPr>
            <a:xfrm rot="5400000">
              <a:off x="11199676" y="5069382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8E1DC6-CBCB-6CC1-18F1-574D5E0ACC73}"/>
                </a:ext>
              </a:extLst>
            </p:cNvPr>
            <p:cNvCxnSpPr>
              <a:cxnSpLocks/>
              <a:stCxn id="30" idx="2"/>
              <a:endCxn id="30" idx="6"/>
            </p:cNvCxnSpPr>
            <p:nvPr/>
          </p:nvCxnSpPr>
          <p:spPr>
            <a:xfrm rot="5400000">
              <a:off x="11164871" y="5106446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5E72B9D-53BA-86CF-BD2B-016D5CFEE22C}"/>
                </a:ext>
              </a:extLst>
            </p:cNvPr>
            <p:cNvSpPr/>
            <p:nvPr/>
          </p:nvSpPr>
          <p:spPr>
            <a:xfrm rot="5400000">
              <a:off x="11164871" y="5069381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987DA50-0E4F-BB16-13AF-BF44DD573564}"/>
                </a:ext>
              </a:extLst>
            </p:cNvPr>
            <p:cNvSpPr/>
            <p:nvPr/>
          </p:nvSpPr>
          <p:spPr>
            <a:xfrm rot="16200000">
              <a:off x="10928400" y="6008405"/>
              <a:ext cx="152600" cy="262159"/>
            </a:xfrm>
            <a:prstGeom prst="rect">
              <a:avLst/>
            </a:prstGeom>
            <a:solidFill>
              <a:srgbClr val="1A4CA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B4E6AF9-FBFD-5529-5BBC-3F746E1150F0}"/>
                </a:ext>
              </a:extLst>
            </p:cNvPr>
            <p:cNvSpPr/>
            <p:nvPr/>
          </p:nvSpPr>
          <p:spPr>
            <a:xfrm rot="16200000">
              <a:off x="10909534" y="6110504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48B1FCE-7C65-2EEE-298A-66C87DC8D4F5}"/>
                </a:ext>
              </a:extLst>
            </p:cNvPr>
            <p:cNvCxnSpPr>
              <a:cxnSpLocks/>
              <a:stCxn id="35" idx="0"/>
              <a:endCxn id="35" idx="4"/>
            </p:cNvCxnSpPr>
            <p:nvPr/>
          </p:nvCxnSpPr>
          <p:spPr>
            <a:xfrm rot="16200000">
              <a:off x="10944339" y="6110503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CA7136C-9E10-421F-67E9-85AE41C5ED78}"/>
                </a:ext>
              </a:extLst>
            </p:cNvPr>
            <p:cNvCxnSpPr>
              <a:cxnSpLocks/>
              <a:stCxn id="35" idx="2"/>
              <a:endCxn id="35" idx="6"/>
            </p:cNvCxnSpPr>
            <p:nvPr/>
          </p:nvCxnSpPr>
          <p:spPr>
            <a:xfrm rot="16200000">
              <a:off x="10909534" y="6147568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2F8811A-B651-0A0E-896E-C5D22419B9C5}"/>
                </a:ext>
              </a:extLst>
            </p:cNvPr>
            <p:cNvSpPr/>
            <p:nvPr/>
          </p:nvSpPr>
          <p:spPr>
            <a:xfrm rot="16200000">
              <a:off x="10909534" y="6110504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EF35952-FA19-9C94-173F-8FD5CAA56C41}"/>
                </a:ext>
              </a:extLst>
            </p:cNvPr>
            <p:cNvSpPr/>
            <p:nvPr/>
          </p:nvSpPr>
          <p:spPr>
            <a:xfrm rot="16200000">
              <a:off x="11026056" y="6110504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9A9506-4B32-C396-4AE0-9C93A087A345}"/>
                </a:ext>
              </a:extLst>
            </p:cNvPr>
            <p:cNvCxnSpPr>
              <a:cxnSpLocks/>
              <a:stCxn id="39" idx="0"/>
              <a:endCxn id="39" idx="4"/>
            </p:cNvCxnSpPr>
            <p:nvPr/>
          </p:nvCxnSpPr>
          <p:spPr>
            <a:xfrm rot="16200000">
              <a:off x="11060861" y="6110503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EC62C5E-FBA8-C0FF-D3BA-6CF56C306A97}"/>
                </a:ext>
              </a:extLst>
            </p:cNvPr>
            <p:cNvCxnSpPr>
              <a:cxnSpLocks/>
              <a:stCxn id="39" idx="2"/>
              <a:endCxn id="39" idx="6"/>
            </p:cNvCxnSpPr>
            <p:nvPr/>
          </p:nvCxnSpPr>
          <p:spPr>
            <a:xfrm rot="16200000">
              <a:off x="11026056" y="6147568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0CA692D-B6DD-E599-CB79-BD002A043CAE}"/>
                </a:ext>
              </a:extLst>
            </p:cNvPr>
            <p:cNvSpPr/>
            <p:nvPr/>
          </p:nvSpPr>
          <p:spPr>
            <a:xfrm rot="16200000">
              <a:off x="11026056" y="6110504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E4A646A-5792-F2E5-E45C-DD2058560892}"/>
                </a:ext>
              </a:extLst>
            </p:cNvPr>
            <p:cNvSpPr/>
            <p:nvPr/>
          </p:nvSpPr>
          <p:spPr>
            <a:xfrm rot="5400000">
              <a:off x="10843583" y="5073383"/>
              <a:ext cx="234528" cy="2704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Chord 43">
              <a:extLst>
                <a:ext uri="{FF2B5EF4-FFF2-40B4-BE49-F238E27FC236}">
                  <a16:creationId xmlns:a16="http://schemas.microsoft.com/office/drawing/2014/main" id="{3248FC41-DF83-E665-2C18-42350A20BFA1}"/>
                </a:ext>
              </a:extLst>
            </p:cNvPr>
            <p:cNvSpPr/>
            <p:nvPr/>
          </p:nvSpPr>
          <p:spPr>
            <a:xfrm rot="5400000">
              <a:off x="10844494" y="5077532"/>
              <a:ext cx="234528" cy="262158"/>
            </a:xfrm>
            <a:prstGeom prst="chord">
              <a:avLst>
                <a:gd name="adj1" fmla="val 1744311"/>
                <a:gd name="adj2" fmla="val 16200000"/>
              </a:avLst>
            </a:prstGeom>
            <a:solidFill>
              <a:srgbClr val="C5CE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05349ED-530C-57EA-853B-9151C68F85BC}"/>
                </a:ext>
              </a:extLst>
            </p:cNvPr>
            <p:cNvSpPr/>
            <p:nvPr/>
          </p:nvSpPr>
          <p:spPr>
            <a:xfrm rot="5400000">
              <a:off x="11189546" y="5882554"/>
              <a:ext cx="234528" cy="2704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Chord 45">
              <a:extLst>
                <a:ext uri="{FF2B5EF4-FFF2-40B4-BE49-F238E27FC236}">
                  <a16:creationId xmlns:a16="http://schemas.microsoft.com/office/drawing/2014/main" id="{15AF6B44-B6AE-2527-85C0-A6D021146FC5}"/>
                </a:ext>
              </a:extLst>
            </p:cNvPr>
            <p:cNvSpPr/>
            <p:nvPr/>
          </p:nvSpPr>
          <p:spPr>
            <a:xfrm rot="5400000">
              <a:off x="11190457" y="5886703"/>
              <a:ext cx="234528" cy="262158"/>
            </a:xfrm>
            <a:prstGeom prst="chord">
              <a:avLst>
                <a:gd name="adj1" fmla="val 1744311"/>
                <a:gd name="adj2" fmla="val 16200000"/>
              </a:avLst>
            </a:prstGeom>
            <a:solidFill>
              <a:srgbClr val="C5CE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9C34539-6BD5-5669-2869-CEF387B840E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280974" y="5289406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A39A8B6-FADB-4CB5-2F33-3915E69289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234500" y="5288414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9021B04-5027-A007-5D62-C1341D05A3D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93747" y="5288414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4E0C6E0-82FC-E382-AAA5-270D083024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47273" y="5287423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1C9A2FB-7D75-5DA5-90D1-AB0FD82970D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07431" y="5288084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EF10275-24E5-2DB7-4BA0-4D57C07DCA71}"/>
                </a:ext>
              </a:extLst>
            </p:cNvPr>
            <p:cNvSpPr/>
            <p:nvPr/>
          </p:nvSpPr>
          <p:spPr>
            <a:xfrm rot="5400000">
              <a:off x="11200232" y="5389177"/>
              <a:ext cx="89928" cy="256385"/>
            </a:xfrm>
            <a:prstGeom prst="rect">
              <a:avLst/>
            </a:prstGeom>
            <a:solidFill>
              <a:srgbClr val="6266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E080F1B-4ED3-8284-AB4E-CBFF126D4CC4}"/>
                </a:ext>
              </a:extLst>
            </p:cNvPr>
            <p:cNvSpPr/>
            <p:nvPr/>
          </p:nvSpPr>
          <p:spPr>
            <a:xfrm rot="5400000">
              <a:off x="11136774" y="5300034"/>
              <a:ext cx="220062" cy="25960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523C84D-127A-E88B-8147-3E3B0838FEF6}"/>
                </a:ext>
              </a:extLst>
            </p:cNvPr>
            <p:cNvSpPr/>
            <p:nvPr/>
          </p:nvSpPr>
          <p:spPr>
            <a:xfrm rot="5400000">
              <a:off x="10907614" y="5328843"/>
              <a:ext cx="67394" cy="213907"/>
            </a:xfrm>
            <a:prstGeom prst="rect">
              <a:avLst/>
            </a:prstGeom>
            <a:solidFill>
              <a:srgbClr val="6266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C00F5E7-D33E-1CE9-F94D-D2319FE0892F}"/>
                </a:ext>
              </a:extLst>
            </p:cNvPr>
            <p:cNvSpPr/>
            <p:nvPr/>
          </p:nvSpPr>
          <p:spPr>
            <a:xfrm rot="5400000">
              <a:off x="10875079" y="5348896"/>
              <a:ext cx="134817" cy="1737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62664C7-FBC5-2062-B877-F88B79F45EDC}"/>
                </a:ext>
              </a:extLst>
            </p:cNvPr>
            <p:cNvSpPr/>
            <p:nvPr/>
          </p:nvSpPr>
          <p:spPr>
            <a:xfrm rot="5400000">
              <a:off x="11281568" y="5573351"/>
              <a:ext cx="118952" cy="208605"/>
            </a:xfrm>
            <a:prstGeom prst="rect">
              <a:avLst/>
            </a:prstGeom>
            <a:solidFill>
              <a:srgbClr val="1A4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5A6C12B-6FCF-95FE-6541-35B8DF20461D}"/>
                </a:ext>
              </a:extLst>
            </p:cNvPr>
            <p:cNvSpPr/>
            <p:nvPr/>
          </p:nvSpPr>
          <p:spPr>
            <a:xfrm rot="5400000">
              <a:off x="11263844" y="5653224"/>
              <a:ext cx="51673" cy="4839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5D890AF-6467-17C4-800D-25ABC357B605}"/>
                </a:ext>
              </a:extLst>
            </p:cNvPr>
            <p:cNvCxnSpPr>
              <a:cxnSpLocks/>
              <a:stCxn id="66" idx="0"/>
              <a:endCxn id="66" idx="4"/>
            </p:cNvCxnSpPr>
            <p:nvPr/>
          </p:nvCxnSpPr>
          <p:spPr>
            <a:xfrm rot="5400000">
              <a:off x="11289681" y="5653224"/>
              <a:ext cx="0" cy="48392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A5D0516-752E-D393-B1E5-D76506C23E6B}"/>
                </a:ext>
              </a:extLst>
            </p:cNvPr>
            <p:cNvSpPr/>
            <p:nvPr/>
          </p:nvSpPr>
          <p:spPr>
            <a:xfrm rot="5400000">
              <a:off x="11263844" y="5653224"/>
              <a:ext cx="51673" cy="48392"/>
            </a:xfrm>
            <a:prstGeom prst="ellipse">
              <a:avLst/>
            </a:prstGeom>
            <a:noFill/>
            <a:ln w="95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475D727-F2A9-5F13-5822-2061CD0BB922}"/>
                </a:ext>
              </a:extLst>
            </p:cNvPr>
            <p:cNvSpPr/>
            <p:nvPr/>
          </p:nvSpPr>
          <p:spPr>
            <a:xfrm rot="5400000">
              <a:off x="11278598" y="5706428"/>
              <a:ext cx="118952" cy="208605"/>
            </a:xfrm>
            <a:prstGeom prst="rect">
              <a:avLst/>
            </a:prstGeom>
            <a:solidFill>
              <a:srgbClr val="1A4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62010EA-A323-B844-5129-DC3BDCDE4C4D}"/>
                </a:ext>
              </a:extLst>
            </p:cNvPr>
            <p:cNvSpPr/>
            <p:nvPr/>
          </p:nvSpPr>
          <p:spPr>
            <a:xfrm rot="5400000">
              <a:off x="11260874" y="5786301"/>
              <a:ext cx="51673" cy="4839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666D0B6-162A-5099-7060-9CA1B5D86680}"/>
                </a:ext>
              </a:extLst>
            </p:cNvPr>
            <p:cNvCxnSpPr>
              <a:cxnSpLocks/>
              <a:stCxn id="71" idx="0"/>
              <a:endCxn id="71" idx="4"/>
            </p:cNvCxnSpPr>
            <p:nvPr/>
          </p:nvCxnSpPr>
          <p:spPr>
            <a:xfrm rot="5400000">
              <a:off x="11286711" y="5786301"/>
              <a:ext cx="0" cy="48392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DA60DA0-D9B8-A8D0-5B92-A3E25522A99E}"/>
                </a:ext>
              </a:extLst>
            </p:cNvPr>
            <p:cNvSpPr/>
            <p:nvPr/>
          </p:nvSpPr>
          <p:spPr>
            <a:xfrm rot="5400000">
              <a:off x="11260874" y="5786301"/>
              <a:ext cx="51673" cy="48392"/>
            </a:xfrm>
            <a:prstGeom prst="ellipse">
              <a:avLst/>
            </a:prstGeom>
            <a:noFill/>
            <a:ln w="95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AE96E922-2CCC-9A91-652B-4E371AFC5F2D}"/>
                </a:ext>
              </a:extLst>
            </p:cNvPr>
            <p:cNvSpPr/>
            <p:nvPr/>
          </p:nvSpPr>
          <p:spPr>
            <a:xfrm rot="5400000">
              <a:off x="10937665" y="5483955"/>
              <a:ext cx="166533" cy="35749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3C6E47C-B7D4-98C6-53C9-7E4E0BCC6D33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93105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E14948A-043A-C51A-ED9E-9FF1ECCA26D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63077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173AE0C-3F8D-0781-9C79-DFCCFB93F4C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35210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02223B9-A3D1-4972-D19F-2903DEE78E3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05181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9FE915C-3FA4-A489-302E-A36A264A3FA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977279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ED878D2-0305-4A8A-DCE5-82DE9A0B037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947250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2C27F4D-805D-9A1F-3942-690D8EAF787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919384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EE7CEA9-5C4C-F11D-C7EF-5FC922D211C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89355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39AFAAA-758F-6698-A41E-74736A2A302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61470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1510F61-2295-75B1-C581-B6AA8FC7909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33568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2511053-7523-D2AE-5DB9-067F2EE9CDA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03539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203D15B2-79D4-0169-7B43-5865B9D5941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40600" y="5841914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D41B0FC-C506-9C6B-60A9-CA27A27D64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51230" y="5841915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BCB1847-C934-5AAB-84D0-1797C76D2F9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96274" y="5841915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EFE629E-55AA-BFE2-BD5C-3B065582FF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97705" y="5777813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327C79B-878E-89B6-9512-8D3CA0089CD4}"/>
                </a:ext>
              </a:extLst>
            </p:cNvPr>
            <p:cNvSpPr/>
            <p:nvPr/>
          </p:nvSpPr>
          <p:spPr>
            <a:xfrm rot="5400000">
              <a:off x="11084532" y="5754634"/>
              <a:ext cx="51546" cy="1115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0CF66E2-4BCF-9033-B95C-1F6BFDBE9DC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24511" y="5924178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BF7A895-01D7-2589-37E3-811FE343B35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113881" y="5924177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EFC30C3-A083-4C75-E162-A22FA268EF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68837" y="5924177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BDA420E-776E-B64C-9E40-464C22FB028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67406" y="5988279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13DD1F3-FAE7-91A6-8653-4783CEED6E42}"/>
                </a:ext>
              </a:extLst>
            </p:cNvPr>
            <p:cNvSpPr/>
            <p:nvPr/>
          </p:nvSpPr>
          <p:spPr>
            <a:xfrm rot="16200000">
              <a:off x="11058525" y="5899920"/>
              <a:ext cx="51546" cy="1115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28CD733-C2A7-8E21-F8CD-B444CB4CD9C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907355" y="5884376"/>
              <a:ext cx="15084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E2922A4-12FC-C164-483F-FC0A333D018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17984" y="5884377"/>
              <a:ext cx="150843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9ED21AE-7734-1BD7-5011-121E9213C31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50156" y="5884376"/>
              <a:ext cx="15084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E382066-3EEA-28EF-744F-A4382DB7EEE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81463" y="5884539"/>
              <a:ext cx="152077" cy="91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8ECFDB3-0163-D096-7209-B480F422A21E}"/>
                </a:ext>
              </a:extLst>
            </p:cNvPr>
            <p:cNvSpPr/>
            <p:nvPr/>
          </p:nvSpPr>
          <p:spPr>
            <a:xfrm rot="5400000">
              <a:off x="10890225" y="5828605"/>
              <a:ext cx="96442" cy="1115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3AC601-C3D6-AB28-670B-9107685150E0}"/>
              </a:ext>
            </a:extLst>
          </p:cNvPr>
          <p:cNvSpPr/>
          <p:nvPr/>
        </p:nvSpPr>
        <p:spPr>
          <a:xfrm rot="10800000">
            <a:off x="852655" y="5852339"/>
            <a:ext cx="906947" cy="152883"/>
          </a:xfrm>
          <a:custGeom>
            <a:avLst/>
            <a:gdLst>
              <a:gd name="connsiteX0" fmla="*/ 0 w 2355850"/>
              <a:gd name="connsiteY0" fmla="*/ 411632 h 411632"/>
              <a:gd name="connsiteX1" fmla="*/ 744537 w 2355850"/>
              <a:gd name="connsiteY1" fmla="*/ 405282 h 411632"/>
              <a:gd name="connsiteX2" fmla="*/ 1149350 w 2355850"/>
              <a:gd name="connsiteY2" fmla="*/ 356070 h 411632"/>
              <a:gd name="connsiteX3" fmla="*/ 2071687 w 2355850"/>
              <a:gd name="connsiteY3" fmla="*/ 44920 h 411632"/>
              <a:gd name="connsiteX4" fmla="*/ 2355850 w 2355850"/>
              <a:gd name="connsiteY4" fmla="*/ 470 h 411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5850" h="411632">
                <a:moveTo>
                  <a:pt x="0" y="411632"/>
                </a:moveTo>
                <a:lnTo>
                  <a:pt x="744537" y="405282"/>
                </a:lnTo>
                <a:cubicBezTo>
                  <a:pt x="936095" y="396022"/>
                  <a:pt x="928158" y="416130"/>
                  <a:pt x="1149350" y="356070"/>
                </a:cubicBezTo>
                <a:cubicBezTo>
                  <a:pt x="1370542" y="296010"/>
                  <a:pt x="1870604" y="104187"/>
                  <a:pt x="2071687" y="44920"/>
                </a:cubicBezTo>
                <a:cubicBezTo>
                  <a:pt x="2272770" y="-14347"/>
                  <a:pt x="2315369" y="3116"/>
                  <a:pt x="2355850" y="470"/>
                </a:cubicBezTo>
              </a:path>
            </a:pathLst>
          </a:custGeom>
          <a:noFill/>
          <a:ln w="1111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6B8434C-300D-5E77-42EE-B5DF1740CD31}"/>
              </a:ext>
            </a:extLst>
          </p:cNvPr>
          <p:cNvSpPr/>
          <p:nvPr/>
        </p:nvSpPr>
        <p:spPr>
          <a:xfrm rot="10800000">
            <a:off x="848988" y="5790722"/>
            <a:ext cx="918560" cy="160767"/>
          </a:xfrm>
          <a:custGeom>
            <a:avLst/>
            <a:gdLst>
              <a:gd name="connsiteX0" fmla="*/ 0 w 2386013"/>
              <a:gd name="connsiteY0" fmla="*/ 420947 h 432861"/>
              <a:gd name="connsiteX1" fmla="*/ 823913 w 2386013"/>
              <a:gd name="connsiteY1" fmla="*/ 420947 h 432861"/>
              <a:gd name="connsiteX2" fmla="*/ 1454150 w 2386013"/>
              <a:gd name="connsiteY2" fmla="*/ 297122 h 432861"/>
              <a:gd name="connsiteX3" fmla="*/ 1738313 w 2386013"/>
              <a:gd name="connsiteY3" fmla="*/ 185997 h 432861"/>
              <a:gd name="connsiteX4" fmla="*/ 2076450 w 2386013"/>
              <a:gd name="connsiteY4" fmla="*/ 58997 h 432861"/>
              <a:gd name="connsiteX5" fmla="*/ 2224088 w 2386013"/>
              <a:gd name="connsiteY5" fmla="*/ 17722 h 432861"/>
              <a:gd name="connsiteX6" fmla="*/ 2386013 w 2386013"/>
              <a:gd name="connsiteY6" fmla="*/ 3434 h 43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6013" h="432861">
                <a:moveTo>
                  <a:pt x="0" y="420947"/>
                </a:moveTo>
                <a:cubicBezTo>
                  <a:pt x="290777" y="431265"/>
                  <a:pt x="581555" y="441584"/>
                  <a:pt x="823913" y="420947"/>
                </a:cubicBezTo>
                <a:cubicBezTo>
                  <a:pt x="1066271" y="400310"/>
                  <a:pt x="1301750" y="336280"/>
                  <a:pt x="1454150" y="297122"/>
                </a:cubicBezTo>
                <a:cubicBezTo>
                  <a:pt x="1606550" y="257964"/>
                  <a:pt x="1738313" y="185997"/>
                  <a:pt x="1738313" y="185997"/>
                </a:cubicBezTo>
                <a:lnTo>
                  <a:pt x="2076450" y="58997"/>
                </a:lnTo>
                <a:cubicBezTo>
                  <a:pt x="2157412" y="30951"/>
                  <a:pt x="2172494" y="26982"/>
                  <a:pt x="2224088" y="17722"/>
                </a:cubicBezTo>
                <a:cubicBezTo>
                  <a:pt x="2275682" y="8462"/>
                  <a:pt x="2368551" y="-6885"/>
                  <a:pt x="2386013" y="3434"/>
                </a:cubicBezTo>
              </a:path>
            </a:pathLst>
          </a:custGeom>
          <a:noFill/>
          <a:ln w="1111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12A5B1-7F58-1D95-8FD1-4A73055C9634}"/>
              </a:ext>
            </a:extLst>
          </p:cNvPr>
          <p:cNvSpPr/>
          <p:nvPr/>
        </p:nvSpPr>
        <p:spPr>
          <a:xfrm rot="10800000">
            <a:off x="1738823" y="5657916"/>
            <a:ext cx="1626761" cy="67215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DDF233-4F28-F3FE-5E05-8C671352AD5E}"/>
              </a:ext>
            </a:extLst>
          </p:cNvPr>
          <p:cNvSpPr/>
          <p:nvPr/>
        </p:nvSpPr>
        <p:spPr>
          <a:xfrm rot="10800000">
            <a:off x="1738212" y="5763342"/>
            <a:ext cx="60504" cy="125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8A718-1440-ED8D-5101-802314932624}"/>
              </a:ext>
            </a:extLst>
          </p:cNvPr>
          <p:cNvSpPr/>
          <p:nvPr/>
        </p:nvSpPr>
        <p:spPr>
          <a:xfrm rot="10800000">
            <a:off x="2046765" y="5790722"/>
            <a:ext cx="1007665" cy="3982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730C4-0A03-246D-5B87-387DFB9A1C70}"/>
              </a:ext>
            </a:extLst>
          </p:cNvPr>
          <p:cNvSpPr/>
          <p:nvPr/>
        </p:nvSpPr>
        <p:spPr>
          <a:xfrm rot="10800000">
            <a:off x="1316213" y="6195435"/>
            <a:ext cx="436667" cy="36660"/>
          </a:xfrm>
          <a:custGeom>
            <a:avLst/>
            <a:gdLst>
              <a:gd name="connsiteX0" fmla="*/ 0 w 1036638"/>
              <a:gd name="connsiteY0" fmla="*/ 93795 h 98705"/>
              <a:gd name="connsiteX1" fmla="*/ 319088 w 1036638"/>
              <a:gd name="connsiteY1" fmla="*/ 89032 h 98705"/>
              <a:gd name="connsiteX2" fmla="*/ 693738 w 1036638"/>
              <a:gd name="connsiteY2" fmla="*/ 6482 h 98705"/>
              <a:gd name="connsiteX3" fmla="*/ 1036638 w 1036638"/>
              <a:gd name="connsiteY3" fmla="*/ 6482 h 98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638" h="98705">
                <a:moveTo>
                  <a:pt x="0" y="93795"/>
                </a:moveTo>
                <a:cubicBezTo>
                  <a:pt x="101732" y="98689"/>
                  <a:pt x="203465" y="103584"/>
                  <a:pt x="319088" y="89032"/>
                </a:cubicBezTo>
                <a:cubicBezTo>
                  <a:pt x="434711" y="74480"/>
                  <a:pt x="574146" y="20240"/>
                  <a:pt x="693738" y="6482"/>
                </a:cubicBezTo>
                <a:cubicBezTo>
                  <a:pt x="813330" y="-7276"/>
                  <a:pt x="981076" y="4895"/>
                  <a:pt x="1036638" y="6482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4A1C64-A18C-AA09-18D3-A26DD5880DDB}"/>
              </a:ext>
            </a:extLst>
          </p:cNvPr>
          <p:cNvSpPr/>
          <p:nvPr/>
        </p:nvSpPr>
        <p:spPr>
          <a:xfrm rot="10800000">
            <a:off x="1311629" y="6169740"/>
            <a:ext cx="440639" cy="38391"/>
          </a:xfrm>
          <a:custGeom>
            <a:avLst/>
            <a:gdLst>
              <a:gd name="connsiteX0" fmla="*/ 0 w 1022350"/>
              <a:gd name="connsiteY0" fmla="*/ 97536 h 103368"/>
              <a:gd name="connsiteX1" fmla="*/ 333375 w 1022350"/>
              <a:gd name="connsiteY1" fmla="*/ 99124 h 103368"/>
              <a:gd name="connsiteX2" fmla="*/ 565150 w 1022350"/>
              <a:gd name="connsiteY2" fmla="*/ 49911 h 103368"/>
              <a:gd name="connsiteX3" fmla="*/ 750887 w 1022350"/>
              <a:gd name="connsiteY3" fmla="*/ 2286 h 103368"/>
              <a:gd name="connsiteX4" fmla="*/ 1022350 w 1022350"/>
              <a:gd name="connsiteY4" fmla="*/ 8636 h 10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2350" h="103368">
                <a:moveTo>
                  <a:pt x="0" y="97536"/>
                </a:moveTo>
                <a:cubicBezTo>
                  <a:pt x="119591" y="102298"/>
                  <a:pt x="239183" y="107061"/>
                  <a:pt x="333375" y="99124"/>
                </a:cubicBezTo>
                <a:cubicBezTo>
                  <a:pt x="427567" y="91187"/>
                  <a:pt x="495565" y="66051"/>
                  <a:pt x="565150" y="49911"/>
                </a:cubicBezTo>
                <a:cubicBezTo>
                  <a:pt x="634735" y="33771"/>
                  <a:pt x="674687" y="9165"/>
                  <a:pt x="750887" y="2286"/>
                </a:cubicBezTo>
                <a:cubicBezTo>
                  <a:pt x="827087" y="-4593"/>
                  <a:pt x="982398" y="5990"/>
                  <a:pt x="1022350" y="8636"/>
                </a:cubicBezTo>
              </a:path>
            </a:pathLst>
          </a:custGeom>
          <a:noFill/>
          <a:ln w="38100">
            <a:solidFill>
              <a:srgbClr val="DBD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B1BAC1-74B4-17CB-2BCF-7C8620FDF615}"/>
              </a:ext>
            </a:extLst>
          </p:cNvPr>
          <p:cNvSpPr/>
          <p:nvPr/>
        </p:nvSpPr>
        <p:spPr>
          <a:xfrm rot="10800000">
            <a:off x="1302461" y="6143834"/>
            <a:ext cx="454696" cy="41585"/>
          </a:xfrm>
          <a:custGeom>
            <a:avLst/>
            <a:gdLst>
              <a:gd name="connsiteX0" fmla="*/ 0 w 1027113"/>
              <a:gd name="connsiteY0" fmla="*/ 111967 h 111967"/>
              <a:gd name="connsiteX1" fmla="*/ 327025 w 1027113"/>
              <a:gd name="connsiteY1" fmla="*/ 102442 h 111967"/>
              <a:gd name="connsiteX2" fmla="*/ 504825 w 1027113"/>
              <a:gd name="connsiteY2" fmla="*/ 73867 h 111967"/>
              <a:gd name="connsiteX3" fmla="*/ 785813 w 1027113"/>
              <a:gd name="connsiteY3" fmla="*/ 7192 h 111967"/>
              <a:gd name="connsiteX4" fmla="*/ 1027113 w 1027113"/>
              <a:gd name="connsiteY4" fmla="*/ 7192 h 111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113" h="111967">
                <a:moveTo>
                  <a:pt x="0" y="111967"/>
                </a:moveTo>
                <a:cubicBezTo>
                  <a:pt x="121444" y="110379"/>
                  <a:pt x="242888" y="108792"/>
                  <a:pt x="327025" y="102442"/>
                </a:cubicBezTo>
                <a:cubicBezTo>
                  <a:pt x="411162" y="96092"/>
                  <a:pt x="428360" y="89742"/>
                  <a:pt x="504825" y="73867"/>
                </a:cubicBezTo>
                <a:cubicBezTo>
                  <a:pt x="581290" y="57992"/>
                  <a:pt x="698765" y="18304"/>
                  <a:pt x="785813" y="7192"/>
                </a:cubicBezTo>
                <a:cubicBezTo>
                  <a:pt x="872861" y="-3920"/>
                  <a:pt x="993776" y="-745"/>
                  <a:pt x="1027113" y="7192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EF7307D-AD08-6E15-D5DA-B33B904B3400}"/>
              </a:ext>
            </a:extLst>
          </p:cNvPr>
          <p:cNvSpPr/>
          <p:nvPr/>
        </p:nvSpPr>
        <p:spPr>
          <a:xfrm rot="10800000">
            <a:off x="1302461" y="6114749"/>
            <a:ext cx="446751" cy="41585"/>
          </a:xfrm>
          <a:custGeom>
            <a:avLst/>
            <a:gdLst>
              <a:gd name="connsiteX0" fmla="*/ 0 w 1027113"/>
              <a:gd name="connsiteY0" fmla="*/ 111967 h 111967"/>
              <a:gd name="connsiteX1" fmla="*/ 327025 w 1027113"/>
              <a:gd name="connsiteY1" fmla="*/ 102442 h 111967"/>
              <a:gd name="connsiteX2" fmla="*/ 504825 w 1027113"/>
              <a:gd name="connsiteY2" fmla="*/ 73867 h 111967"/>
              <a:gd name="connsiteX3" fmla="*/ 785813 w 1027113"/>
              <a:gd name="connsiteY3" fmla="*/ 7192 h 111967"/>
              <a:gd name="connsiteX4" fmla="*/ 1027113 w 1027113"/>
              <a:gd name="connsiteY4" fmla="*/ 7192 h 111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113" h="111967">
                <a:moveTo>
                  <a:pt x="0" y="111967"/>
                </a:moveTo>
                <a:cubicBezTo>
                  <a:pt x="121444" y="110379"/>
                  <a:pt x="242888" y="108792"/>
                  <a:pt x="327025" y="102442"/>
                </a:cubicBezTo>
                <a:cubicBezTo>
                  <a:pt x="411162" y="96092"/>
                  <a:pt x="428360" y="89742"/>
                  <a:pt x="504825" y="73867"/>
                </a:cubicBezTo>
                <a:cubicBezTo>
                  <a:pt x="581290" y="57992"/>
                  <a:pt x="698765" y="18304"/>
                  <a:pt x="785813" y="7192"/>
                </a:cubicBezTo>
                <a:cubicBezTo>
                  <a:pt x="872861" y="-3920"/>
                  <a:pt x="993776" y="-745"/>
                  <a:pt x="1027113" y="7192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C12DDD-A54B-5179-C7BD-5979AC4426E0}"/>
              </a:ext>
            </a:extLst>
          </p:cNvPr>
          <p:cNvSpPr/>
          <p:nvPr/>
        </p:nvSpPr>
        <p:spPr>
          <a:xfrm rot="10800000">
            <a:off x="1738823" y="6099295"/>
            <a:ext cx="60504" cy="125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65D004-6AB5-5EAE-758D-3BB421150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41911">
            <a:off x="1075382" y="6051817"/>
            <a:ext cx="400890" cy="2358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5F3A153-EB63-5D1E-9FCA-BEA3F51EA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57536" flipV="1">
            <a:off x="595839" y="5718419"/>
            <a:ext cx="523686" cy="542821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AD2D54EB-7FC7-D13D-21BF-3D375FFD9E00}"/>
              </a:ext>
            </a:extLst>
          </p:cNvPr>
          <p:cNvSpPr/>
          <p:nvPr/>
        </p:nvSpPr>
        <p:spPr>
          <a:xfrm>
            <a:off x="732055" y="59462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75EED1-281F-FC0E-FDB8-4AC4D8DE1135}"/>
              </a:ext>
            </a:extLst>
          </p:cNvPr>
          <p:cNvSpPr/>
          <p:nvPr/>
        </p:nvSpPr>
        <p:spPr>
          <a:xfrm>
            <a:off x="2041845" y="5723514"/>
            <a:ext cx="1012585" cy="36933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11.1v, 3s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323136-6CBC-CF86-54C7-1891F0DA123D}"/>
              </a:ext>
            </a:extLst>
          </p:cNvPr>
          <p:cNvSpPr txBox="1"/>
          <p:nvPr/>
        </p:nvSpPr>
        <p:spPr>
          <a:xfrm>
            <a:off x="2232186" y="5994989"/>
            <a:ext cx="7952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Lipo battery</a:t>
            </a:r>
            <a:endParaRPr lang="en-US" sz="8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424928-DE83-AB02-840C-0D65AE67BD4A}"/>
              </a:ext>
            </a:extLst>
          </p:cNvPr>
          <p:cNvCxnSpPr>
            <a:cxnSpLocks/>
          </p:cNvCxnSpPr>
          <p:nvPr/>
        </p:nvCxnSpPr>
        <p:spPr>
          <a:xfrm flipH="1">
            <a:off x="322537" y="6485354"/>
            <a:ext cx="47370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D84E07A6-44AB-5A0F-7B8E-D6399A92732E}"/>
              </a:ext>
            </a:extLst>
          </p:cNvPr>
          <p:cNvSpPr/>
          <p:nvPr/>
        </p:nvSpPr>
        <p:spPr>
          <a:xfrm>
            <a:off x="662891" y="6162412"/>
            <a:ext cx="85984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7A402A-4F52-B3E6-982A-B5D1AEA495A7}"/>
              </a:ext>
            </a:extLst>
          </p:cNvPr>
          <p:cNvSpPr/>
          <p:nvPr/>
        </p:nvSpPr>
        <p:spPr>
          <a:xfrm>
            <a:off x="660408" y="6250852"/>
            <a:ext cx="85984" cy="4571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F4626D2-F116-5029-3320-5C80B49ECA78}"/>
              </a:ext>
            </a:extLst>
          </p:cNvPr>
          <p:cNvSpPr/>
          <p:nvPr/>
        </p:nvSpPr>
        <p:spPr>
          <a:xfrm>
            <a:off x="441208" y="6074823"/>
            <a:ext cx="259028" cy="299395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38140AD-0545-2E17-9F3E-006393F41E7A}"/>
              </a:ext>
            </a:extLst>
          </p:cNvPr>
          <p:cNvSpPr/>
          <p:nvPr/>
        </p:nvSpPr>
        <p:spPr>
          <a:xfrm>
            <a:off x="450209" y="6085241"/>
            <a:ext cx="240435" cy="278558"/>
          </a:xfrm>
          <a:prstGeom prst="ellipse">
            <a:avLst/>
          </a:prstGeom>
          <a:solidFill>
            <a:srgbClr val="458DCF"/>
          </a:solidFill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A1DE769-312C-3DDF-BBC8-F0342AE8A7AD}"/>
              </a:ext>
            </a:extLst>
          </p:cNvPr>
          <p:cNvSpPr/>
          <p:nvPr/>
        </p:nvSpPr>
        <p:spPr>
          <a:xfrm>
            <a:off x="470164" y="6072035"/>
            <a:ext cx="200696" cy="1692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00" b="1" cap="none" spc="0" dirty="0">
                <a:ln w="0"/>
                <a:solidFill>
                  <a:schemeClr val="bg1"/>
                </a:solidFill>
                <a:effectLst/>
              </a:rPr>
              <a:t>I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62F5C5-AD16-AD3A-DAC1-19A295DBC962}"/>
              </a:ext>
            </a:extLst>
          </p:cNvPr>
          <p:cNvSpPr/>
          <p:nvPr/>
        </p:nvSpPr>
        <p:spPr>
          <a:xfrm>
            <a:off x="461613" y="6206718"/>
            <a:ext cx="216727" cy="1692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00" b="1" dirty="0">
                <a:ln w="0"/>
                <a:solidFill>
                  <a:schemeClr val="bg1"/>
                </a:solidFill>
              </a:rPr>
              <a:t>0</a:t>
            </a:r>
            <a:endParaRPr lang="en-US" sz="500" b="1" cap="none" spc="0" dirty="0">
              <a:ln w="0"/>
              <a:solidFill>
                <a:schemeClr val="bg1"/>
              </a:solidFill>
              <a:effectLst/>
            </a:endParaRP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1C187CDD-A275-3F6E-276D-956E566F76E5}"/>
              </a:ext>
            </a:extLst>
          </p:cNvPr>
          <p:cNvCxnSpPr>
            <a:cxnSpLocks/>
            <a:endCxn id="56" idx="3"/>
          </p:cNvCxnSpPr>
          <p:nvPr/>
        </p:nvCxnSpPr>
        <p:spPr>
          <a:xfrm rot="5400000">
            <a:off x="684940" y="6099610"/>
            <a:ext cx="149598" cy="21727"/>
          </a:xfrm>
          <a:prstGeom prst="bentConnector2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95CDDE20-1F0B-F313-507E-208B6CEA20B4}"/>
              </a:ext>
            </a:extLst>
          </p:cNvPr>
          <p:cNvSpPr/>
          <p:nvPr/>
        </p:nvSpPr>
        <p:spPr>
          <a:xfrm>
            <a:off x="750526" y="601262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A9B8D6A-A329-E9B0-7231-A70EA6A901AF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746392" y="6273712"/>
            <a:ext cx="24209" cy="226307"/>
          </a:xfrm>
          <a:prstGeom prst="bentConnector2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682E067-69A7-2BBC-4131-93BDDF3DAEB8}"/>
              </a:ext>
            </a:extLst>
          </p:cNvPr>
          <p:cNvCxnSpPr>
            <a:cxnSpLocks/>
          </p:cNvCxnSpPr>
          <p:nvPr/>
        </p:nvCxnSpPr>
        <p:spPr>
          <a:xfrm>
            <a:off x="294459" y="207136"/>
            <a:ext cx="27860" cy="62987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DA9B801F-1192-1279-8199-CA1F22DB9644}"/>
              </a:ext>
            </a:extLst>
          </p:cNvPr>
          <p:cNvSpPr/>
          <p:nvPr/>
        </p:nvSpPr>
        <p:spPr>
          <a:xfrm>
            <a:off x="4293693" y="759122"/>
            <a:ext cx="755583" cy="806383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1A798D6A-2740-C8E8-2D9E-78ACC2FA21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397" y="711199"/>
            <a:ext cx="845952" cy="1449183"/>
          </a:xfrm>
          <a:prstGeom prst="rect">
            <a:avLst/>
          </a:prstGeom>
        </p:spPr>
      </p:pic>
      <p:sp>
        <p:nvSpPr>
          <p:cNvPr id="133" name="Rectangle 132">
            <a:extLst>
              <a:ext uri="{FF2B5EF4-FFF2-40B4-BE49-F238E27FC236}">
                <a16:creationId xmlns:a16="http://schemas.microsoft.com/office/drawing/2014/main" id="{7C4B45E9-9553-0F71-8472-041B1604533B}"/>
              </a:ext>
            </a:extLst>
          </p:cNvPr>
          <p:cNvSpPr/>
          <p:nvPr/>
        </p:nvSpPr>
        <p:spPr>
          <a:xfrm>
            <a:off x="1560513" y="1050132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6AA762F-B034-D3FE-F098-6464B045DBCB}"/>
              </a:ext>
            </a:extLst>
          </p:cNvPr>
          <p:cNvSpPr/>
          <p:nvPr/>
        </p:nvSpPr>
        <p:spPr>
          <a:xfrm>
            <a:off x="1630136" y="1048544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C7FB1C5-AD8B-1902-3A01-DA3A93CDE11C}"/>
              </a:ext>
            </a:extLst>
          </p:cNvPr>
          <p:cNvSpPr/>
          <p:nvPr/>
        </p:nvSpPr>
        <p:spPr>
          <a:xfrm>
            <a:off x="1705082" y="1051559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ACCBE4C-19A8-7224-1E84-FF479926EE20}"/>
              </a:ext>
            </a:extLst>
          </p:cNvPr>
          <p:cNvSpPr/>
          <p:nvPr/>
        </p:nvSpPr>
        <p:spPr>
          <a:xfrm>
            <a:off x="1630136" y="1122843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A70886F-B6FD-A2D8-713A-F0A8DA978A4A}"/>
              </a:ext>
            </a:extLst>
          </p:cNvPr>
          <p:cNvSpPr/>
          <p:nvPr/>
        </p:nvSpPr>
        <p:spPr>
          <a:xfrm>
            <a:off x="1705082" y="1122682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97E3C08-734A-0969-9360-4527C573BD07}"/>
              </a:ext>
            </a:extLst>
          </p:cNvPr>
          <p:cNvSpPr/>
          <p:nvPr/>
        </p:nvSpPr>
        <p:spPr>
          <a:xfrm rot="5400000">
            <a:off x="9906246" y="875224"/>
            <a:ext cx="1174984" cy="624892"/>
          </a:xfrm>
          <a:prstGeom prst="rect">
            <a:avLst/>
          </a:prstGeom>
          <a:solidFill>
            <a:srgbClr val="6101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57F7254-9076-8DDF-7801-03722075A260}"/>
              </a:ext>
            </a:extLst>
          </p:cNvPr>
          <p:cNvSpPr/>
          <p:nvPr/>
        </p:nvSpPr>
        <p:spPr>
          <a:xfrm rot="5400000">
            <a:off x="10541861" y="544161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F1DABD07-D388-CB92-7DFE-3A959ECC02BA}"/>
              </a:ext>
            </a:extLst>
          </p:cNvPr>
          <p:cNvSpPr/>
          <p:nvPr/>
        </p:nvSpPr>
        <p:spPr>
          <a:xfrm rot="5400000">
            <a:off x="10643717" y="630092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897C9C83-F70C-3B92-0F88-63FBA3345E7E}"/>
              </a:ext>
            </a:extLst>
          </p:cNvPr>
          <p:cNvCxnSpPr>
            <a:cxnSpLocks/>
            <a:stCxn id="222" idx="0"/>
            <a:endCxn id="222" idx="4"/>
          </p:cNvCxnSpPr>
          <p:nvPr/>
        </p:nvCxnSpPr>
        <p:spPr>
          <a:xfrm rot="5400000">
            <a:off x="10678522" y="630093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B2F787CB-1817-42E5-B634-46F62AF931E9}"/>
              </a:ext>
            </a:extLst>
          </p:cNvPr>
          <p:cNvCxnSpPr>
            <a:cxnSpLocks/>
            <a:stCxn id="222" idx="2"/>
            <a:endCxn id="222" idx="6"/>
          </p:cNvCxnSpPr>
          <p:nvPr/>
        </p:nvCxnSpPr>
        <p:spPr>
          <a:xfrm rot="5400000">
            <a:off x="10643717" y="667157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F9C4C9F0-A6CA-9CE0-3AA0-E7B5A9129556}"/>
              </a:ext>
            </a:extLst>
          </p:cNvPr>
          <p:cNvSpPr/>
          <p:nvPr/>
        </p:nvSpPr>
        <p:spPr>
          <a:xfrm rot="5400000">
            <a:off x="10643717" y="630092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DCCD3478-B5F8-ECA9-00D7-D79730BAD526}"/>
              </a:ext>
            </a:extLst>
          </p:cNvPr>
          <p:cNvSpPr/>
          <p:nvPr/>
        </p:nvSpPr>
        <p:spPr>
          <a:xfrm rot="5400000">
            <a:off x="10527194" y="630092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E6F59E82-C7F3-163F-28F6-7C602620A914}"/>
              </a:ext>
            </a:extLst>
          </p:cNvPr>
          <p:cNvCxnSpPr>
            <a:cxnSpLocks/>
            <a:stCxn id="218" idx="0"/>
            <a:endCxn id="218" idx="4"/>
          </p:cNvCxnSpPr>
          <p:nvPr/>
        </p:nvCxnSpPr>
        <p:spPr>
          <a:xfrm rot="5400000">
            <a:off x="10561999" y="630093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7487748A-EE1A-80B0-D075-90E940504028}"/>
              </a:ext>
            </a:extLst>
          </p:cNvPr>
          <p:cNvCxnSpPr>
            <a:cxnSpLocks/>
            <a:stCxn id="218" idx="2"/>
            <a:endCxn id="218" idx="6"/>
          </p:cNvCxnSpPr>
          <p:nvPr/>
        </p:nvCxnSpPr>
        <p:spPr>
          <a:xfrm rot="5400000">
            <a:off x="10527194" y="667157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1A895548-10C1-523A-61BA-732A3211011E}"/>
              </a:ext>
            </a:extLst>
          </p:cNvPr>
          <p:cNvSpPr/>
          <p:nvPr/>
        </p:nvSpPr>
        <p:spPr>
          <a:xfrm rot="5400000">
            <a:off x="10527194" y="630092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1B4208F-2D23-2953-1D90-B261DC7C69C4}"/>
              </a:ext>
            </a:extLst>
          </p:cNvPr>
          <p:cNvSpPr/>
          <p:nvPr/>
        </p:nvSpPr>
        <p:spPr>
          <a:xfrm rot="16200000">
            <a:off x="10290723" y="1569116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F84B9B47-060A-5821-DB6C-D595EEEDD9E3}"/>
              </a:ext>
            </a:extLst>
          </p:cNvPr>
          <p:cNvSpPr/>
          <p:nvPr/>
        </p:nvSpPr>
        <p:spPr>
          <a:xfrm rot="16200000">
            <a:off x="10271857" y="1671215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CEA0D4CA-1628-CF0B-8217-AB0A49E3E026}"/>
              </a:ext>
            </a:extLst>
          </p:cNvPr>
          <p:cNvCxnSpPr>
            <a:cxnSpLocks/>
            <a:stCxn id="211" idx="0"/>
            <a:endCxn id="211" idx="4"/>
          </p:cNvCxnSpPr>
          <p:nvPr/>
        </p:nvCxnSpPr>
        <p:spPr>
          <a:xfrm rot="16200000">
            <a:off x="10306662" y="1671214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B29752B-061C-57F7-0059-E701549FB3A9}"/>
              </a:ext>
            </a:extLst>
          </p:cNvPr>
          <p:cNvCxnSpPr>
            <a:cxnSpLocks/>
            <a:stCxn id="211" idx="2"/>
            <a:endCxn id="211" idx="6"/>
          </p:cNvCxnSpPr>
          <p:nvPr/>
        </p:nvCxnSpPr>
        <p:spPr>
          <a:xfrm rot="16200000">
            <a:off x="10271857" y="1708279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E8846BCC-E2E6-DADD-8812-3413A01C6074}"/>
              </a:ext>
            </a:extLst>
          </p:cNvPr>
          <p:cNvSpPr/>
          <p:nvPr/>
        </p:nvSpPr>
        <p:spPr>
          <a:xfrm rot="16200000">
            <a:off x="10271857" y="1671215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A81ABDA-BA7F-5807-FB5B-0479A0BF584C}"/>
              </a:ext>
            </a:extLst>
          </p:cNvPr>
          <p:cNvSpPr/>
          <p:nvPr/>
        </p:nvSpPr>
        <p:spPr>
          <a:xfrm rot="16200000">
            <a:off x="10388379" y="1671215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DC94771-E66F-0812-194B-932E51A9B24C}"/>
              </a:ext>
            </a:extLst>
          </p:cNvPr>
          <p:cNvCxnSpPr>
            <a:cxnSpLocks/>
            <a:stCxn id="207" idx="0"/>
            <a:endCxn id="207" idx="4"/>
          </p:cNvCxnSpPr>
          <p:nvPr/>
        </p:nvCxnSpPr>
        <p:spPr>
          <a:xfrm rot="16200000">
            <a:off x="10423184" y="1671214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F4F005F-34F8-72C1-3D15-72EAB546C868}"/>
              </a:ext>
            </a:extLst>
          </p:cNvPr>
          <p:cNvCxnSpPr>
            <a:cxnSpLocks/>
            <a:stCxn id="207" idx="2"/>
            <a:endCxn id="207" idx="6"/>
          </p:cNvCxnSpPr>
          <p:nvPr/>
        </p:nvCxnSpPr>
        <p:spPr>
          <a:xfrm rot="16200000">
            <a:off x="10388379" y="1708279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C356CAA6-5B87-02B5-D9F2-BA99E40B67E7}"/>
              </a:ext>
            </a:extLst>
          </p:cNvPr>
          <p:cNvSpPr/>
          <p:nvPr/>
        </p:nvSpPr>
        <p:spPr>
          <a:xfrm rot="16200000">
            <a:off x="10388379" y="1671215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E4DA151-AED3-7705-4DE5-56A1D00008C5}"/>
              </a:ext>
            </a:extLst>
          </p:cNvPr>
          <p:cNvSpPr/>
          <p:nvPr/>
        </p:nvSpPr>
        <p:spPr>
          <a:xfrm rot="5400000">
            <a:off x="10205906" y="634094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Chord 202">
            <a:extLst>
              <a:ext uri="{FF2B5EF4-FFF2-40B4-BE49-F238E27FC236}">
                <a16:creationId xmlns:a16="http://schemas.microsoft.com/office/drawing/2014/main" id="{D601062A-38B1-468C-3FC2-3AFF5D0F97C7}"/>
              </a:ext>
            </a:extLst>
          </p:cNvPr>
          <p:cNvSpPr/>
          <p:nvPr/>
        </p:nvSpPr>
        <p:spPr>
          <a:xfrm rot="5400000">
            <a:off x="10206817" y="638243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09185BAA-6176-169D-C15E-14B22D865119}"/>
              </a:ext>
            </a:extLst>
          </p:cNvPr>
          <p:cNvSpPr/>
          <p:nvPr/>
        </p:nvSpPr>
        <p:spPr>
          <a:xfrm rot="5400000">
            <a:off x="10551869" y="1443265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Chord 200">
            <a:extLst>
              <a:ext uri="{FF2B5EF4-FFF2-40B4-BE49-F238E27FC236}">
                <a16:creationId xmlns:a16="http://schemas.microsoft.com/office/drawing/2014/main" id="{95E938B1-E978-20DE-6ECE-3774F15F7E0C}"/>
              </a:ext>
            </a:extLst>
          </p:cNvPr>
          <p:cNvSpPr/>
          <p:nvPr/>
        </p:nvSpPr>
        <p:spPr>
          <a:xfrm rot="5400000">
            <a:off x="10552780" y="1447414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E3BD185-4739-4F02-B226-58A7A6400F09}"/>
              </a:ext>
            </a:extLst>
          </p:cNvPr>
          <p:cNvCxnSpPr>
            <a:cxnSpLocks/>
          </p:cNvCxnSpPr>
          <p:nvPr/>
        </p:nvCxnSpPr>
        <p:spPr>
          <a:xfrm rot="5400000">
            <a:off x="10643297" y="850117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6C6CD0A1-B34F-7606-139E-70EBBB875783}"/>
              </a:ext>
            </a:extLst>
          </p:cNvPr>
          <p:cNvCxnSpPr>
            <a:cxnSpLocks/>
          </p:cNvCxnSpPr>
          <p:nvPr/>
        </p:nvCxnSpPr>
        <p:spPr>
          <a:xfrm rot="5400000">
            <a:off x="10596823" y="849125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2265978-F06B-0D54-8DCD-85E355CEB208}"/>
              </a:ext>
            </a:extLst>
          </p:cNvPr>
          <p:cNvCxnSpPr>
            <a:cxnSpLocks/>
          </p:cNvCxnSpPr>
          <p:nvPr/>
        </p:nvCxnSpPr>
        <p:spPr>
          <a:xfrm rot="5400000">
            <a:off x="10556070" y="849125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5C0EBA66-15B0-3B88-EAA1-0FFED7D466AA}"/>
              </a:ext>
            </a:extLst>
          </p:cNvPr>
          <p:cNvCxnSpPr>
            <a:cxnSpLocks/>
          </p:cNvCxnSpPr>
          <p:nvPr/>
        </p:nvCxnSpPr>
        <p:spPr>
          <a:xfrm rot="5400000">
            <a:off x="10509596" y="848134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BE3017B-7831-1497-5DBA-6CB5DF636241}"/>
              </a:ext>
            </a:extLst>
          </p:cNvPr>
          <p:cNvCxnSpPr>
            <a:cxnSpLocks/>
          </p:cNvCxnSpPr>
          <p:nvPr/>
        </p:nvCxnSpPr>
        <p:spPr>
          <a:xfrm rot="5400000">
            <a:off x="10469754" y="848795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C5F8F1F-4518-CD13-E236-B8CF5F160D3E}"/>
              </a:ext>
            </a:extLst>
          </p:cNvPr>
          <p:cNvSpPr/>
          <p:nvPr/>
        </p:nvSpPr>
        <p:spPr>
          <a:xfrm rot="5400000">
            <a:off x="10562555" y="949888"/>
            <a:ext cx="89928" cy="256385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3560250-0653-95D6-A432-AE4A98F902D4}"/>
              </a:ext>
            </a:extLst>
          </p:cNvPr>
          <p:cNvSpPr/>
          <p:nvPr/>
        </p:nvSpPr>
        <p:spPr>
          <a:xfrm rot="5400000">
            <a:off x="10499097" y="860745"/>
            <a:ext cx="220062" cy="2596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EA23314-151C-752D-6ADE-1CA59D07DE26}"/>
              </a:ext>
            </a:extLst>
          </p:cNvPr>
          <p:cNvSpPr/>
          <p:nvPr/>
        </p:nvSpPr>
        <p:spPr>
          <a:xfrm rot="5400000">
            <a:off x="10269937" y="889554"/>
            <a:ext cx="67394" cy="213907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D8738CB-8FBF-5C1B-B526-0C53C2CA0F56}"/>
              </a:ext>
            </a:extLst>
          </p:cNvPr>
          <p:cNvSpPr/>
          <p:nvPr/>
        </p:nvSpPr>
        <p:spPr>
          <a:xfrm rot="5400000">
            <a:off x="10237402" y="909607"/>
            <a:ext cx="134817" cy="173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185AAEE-1D8E-096A-22BE-218AC5C3C68F}"/>
              </a:ext>
            </a:extLst>
          </p:cNvPr>
          <p:cNvSpPr/>
          <p:nvPr/>
        </p:nvSpPr>
        <p:spPr>
          <a:xfrm rot="5400000">
            <a:off x="10643891" y="1134062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F6D42331-744C-CF7F-0F31-51DCCFB10B20}"/>
              </a:ext>
            </a:extLst>
          </p:cNvPr>
          <p:cNvSpPr/>
          <p:nvPr/>
        </p:nvSpPr>
        <p:spPr>
          <a:xfrm rot="5400000">
            <a:off x="10626167" y="1213935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FA3F0272-F8F8-3942-77DC-A464FF372A30}"/>
              </a:ext>
            </a:extLst>
          </p:cNvPr>
          <p:cNvCxnSpPr>
            <a:cxnSpLocks/>
            <a:stCxn id="195" idx="0"/>
            <a:endCxn id="195" idx="4"/>
          </p:cNvCxnSpPr>
          <p:nvPr/>
        </p:nvCxnSpPr>
        <p:spPr>
          <a:xfrm rot="5400000">
            <a:off x="10652004" y="1213935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Oval 196">
            <a:extLst>
              <a:ext uri="{FF2B5EF4-FFF2-40B4-BE49-F238E27FC236}">
                <a16:creationId xmlns:a16="http://schemas.microsoft.com/office/drawing/2014/main" id="{866D8FB3-BA99-81EE-4FCA-CA5B06A67666}"/>
              </a:ext>
            </a:extLst>
          </p:cNvPr>
          <p:cNvSpPr/>
          <p:nvPr/>
        </p:nvSpPr>
        <p:spPr>
          <a:xfrm rot="5400000">
            <a:off x="10626167" y="1213935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27ED231-12E7-DABF-1525-4C48A9186A4F}"/>
              </a:ext>
            </a:extLst>
          </p:cNvPr>
          <p:cNvSpPr/>
          <p:nvPr/>
        </p:nvSpPr>
        <p:spPr>
          <a:xfrm rot="5400000">
            <a:off x="10640921" y="1267139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6D43D26-B434-678D-E31B-C5981226C2D2}"/>
              </a:ext>
            </a:extLst>
          </p:cNvPr>
          <p:cNvSpPr/>
          <p:nvPr/>
        </p:nvSpPr>
        <p:spPr>
          <a:xfrm rot="5400000">
            <a:off x="10623197" y="1347012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260A680-960E-D3FA-A1B7-88F9243762A9}"/>
              </a:ext>
            </a:extLst>
          </p:cNvPr>
          <p:cNvCxnSpPr>
            <a:cxnSpLocks/>
            <a:stCxn id="190" idx="0"/>
            <a:endCxn id="190" idx="4"/>
          </p:cNvCxnSpPr>
          <p:nvPr/>
        </p:nvCxnSpPr>
        <p:spPr>
          <a:xfrm rot="5400000">
            <a:off x="10649034" y="1347012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val 191">
            <a:extLst>
              <a:ext uri="{FF2B5EF4-FFF2-40B4-BE49-F238E27FC236}">
                <a16:creationId xmlns:a16="http://schemas.microsoft.com/office/drawing/2014/main" id="{2B6435A0-CC34-572E-1C27-12C60A1E540C}"/>
              </a:ext>
            </a:extLst>
          </p:cNvPr>
          <p:cNvSpPr/>
          <p:nvPr/>
        </p:nvSpPr>
        <p:spPr>
          <a:xfrm rot="5400000">
            <a:off x="10623197" y="1347012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2B3A10E5-2A16-B958-20A8-05915C00140B}"/>
              </a:ext>
            </a:extLst>
          </p:cNvPr>
          <p:cNvSpPr/>
          <p:nvPr/>
        </p:nvSpPr>
        <p:spPr>
          <a:xfrm rot="5400000">
            <a:off x="10299988" y="1044666"/>
            <a:ext cx="166533" cy="35749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2D1BB95-C8EF-5580-2FD6-8D975C83AA90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55428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CFF4AB3-AF0D-57B1-B3B8-47806988BB56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25400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C1C0D7D-EEBA-0A4C-781F-0F0186CE06E3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97533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FCDAB8C-F6CB-810E-3D09-D6D36E3CB94B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67504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093DC35-E290-B31C-8EEB-EF3B5E93BC8A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39602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702D9326-449A-A027-4006-991BB4020001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09573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C68CD85-4954-6094-A825-1AC2BC2E1719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81707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DAF9CFC-8123-8204-2B41-BAF03929A272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51678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757DF44B-49DC-D196-F420-F6FA220BB95A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23793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02327E8-65CA-64DC-04FF-5F43C42626E3}"/>
              </a:ext>
            </a:extLst>
          </p:cNvPr>
          <p:cNvCxnSpPr>
            <a:cxnSpLocks/>
          </p:cNvCxnSpPr>
          <p:nvPr/>
        </p:nvCxnSpPr>
        <p:spPr>
          <a:xfrm rot="5400000" flipH="1">
            <a:off x="10195891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18ED3F47-201A-2D3B-B9BF-0A8799DB9250}"/>
              </a:ext>
            </a:extLst>
          </p:cNvPr>
          <p:cNvCxnSpPr>
            <a:cxnSpLocks/>
          </p:cNvCxnSpPr>
          <p:nvPr/>
        </p:nvCxnSpPr>
        <p:spPr>
          <a:xfrm rot="5400000" flipH="1">
            <a:off x="10165862" y="1223411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68B950C-7A49-0551-E875-B73BDE8828AC}"/>
              </a:ext>
            </a:extLst>
          </p:cNvPr>
          <p:cNvCxnSpPr>
            <a:cxnSpLocks/>
          </p:cNvCxnSpPr>
          <p:nvPr/>
        </p:nvCxnSpPr>
        <p:spPr>
          <a:xfrm rot="5400000">
            <a:off x="10502923" y="1402625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7E870B87-E730-51D8-FA78-9EE44AF90747}"/>
              </a:ext>
            </a:extLst>
          </p:cNvPr>
          <p:cNvCxnSpPr>
            <a:cxnSpLocks/>
          </p:cNvCxnSpPr>
          <p:nvPr/>
        </p:nvCxnSpPr>
        <p:spPr>
          <a:xfrm rot="5400000">
            <a:off x="10413553" y="1402626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6CF537D-0709-2ED5-82D1-3A82F75570C2}"/>
              </a:ext>
            </a:extLst>
          </p:cNvPr>
          <p:cNvCxnSpPr>
            <a:cxnSpLocks/>
          </p:cNvCxnSpPr>
          <p:nvPr/>
        </p:nvCxnSpPr>
        <p:spPr>
          <a:xfrm rot="5400000">
            <a:off x="10458597" y="1402626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9CB88B3-69F5-5B9C-DE11-2136D2C39E81}"/>
              </a:ext>
            </a:extLst>
          </p:cNvPr>
          <p:cNvCxnSpPr>
            <a:cxnSpLocks/>
          </p:cNvCxnSpPr>
          <p:nvPr/>
        </p:nvCxnSpPr>
        <p:spPr>
          <a:xfrm rot="5400000">
            <a:off x="10460028" y="1338524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B30F2D7-36DD-E05F-0BE7-97535D885954}"/>
              </a:ext>
            </a:extLst>
          </p:cNvPr>
          <p:cNvSpPr/>
          <p:nvPr/>
        </p:nvSpPr>
        <p:spPr>
          <a:xfrm rot="5400000">
            <a:off x="10446855" y="1315345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A63AD38-6B04-31DA-F06F-799AB92938B7}"/>
              </a:ext>
            </a:extLst>
          </p:cNvPr>
          <p:cNvCxnSpPr>
            <a:cxnSpLocks/>
          </p:cNvCxnSpPr>
          <p:nvPr/>
        </p:nvCxnSpPr>
        <p:spPr>
          <a:xfrm rot="16200000">
            <a:off x="10386834" y="1484889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853C12A-D5F9-AE39-AB11-AB378814B80C}"/>
              </a:ext>
            </a:extLst>
          </p:cNvPr>
          <p:cNvCxnSpPr>
            <a:cxnSpLocks/>
          </p:cNvCxnSpPr>
          <p:nvPr/>
        </p:nvCxnSpPr>
        <p:spPr>
          <a:xfrm rot="16200000">
            <a:off x="10476204" y="1484888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01B94A2-E2E3-E373-EA1D-9AF734A6C0D1}"/>
              </a:ext>
            </a:extLst>
          </p:cNvPr>
          <p:cNvCxnSpPr>
            <a:cxnSpLocks/>
          </p:cNvCxnSpPr>
          <p:nvPr/>
        </p:nvCxnSpPr>
        <p:spPr>
          <a:xfrm rot="16200000">
            <a:off x="10431160" y="1484888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A4BDCF1-4432-ACC8-53A8-9055D9ABE9EF}"/>
              </a:ext>
            </a:extLst>
          </p:cNvPr>
          <p:cNvCxnSpPr>
            <a:cxnSpLocks/>
          </p:cNvCxnSpPr>
          <p:nvPr/>
        </p:nvCxnSpPr>
        <p:spPr>
          <a:xfrm rot="16200000">
            <a:off x="10429729" y="154899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2AB9464-8C40-02CF-753A-5C6D8BD19C79}"/>
              </a:ext>
            </a:extLst>
          </p:cNvPr>
          <p:cNvSpPr/>
          <p:nvPr/>
        </p:nvSpPr>
        <p:spPr>
          <a:xfrm rot="16200000">
            <a:off x="10420848" y="1460631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5B8290D-B514-DB86-555B-9C94C78167FC}"/>
              </a:ext>
            </a:extLst>
          </p:cNvPr>
          <p:cNvCxnSpPr>
            <a:cxnSpLocks/>
          </p:cNvCxnSpPr>
          <p:nvPr/>
        </p:nvCxnSpPr>
        <p:spPr>
          <a:xfrm rot="5400000">
            <a:off x="10269678" y="1445087"/>
            <a:ext cx="15084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4C2C072-7787-7C7B-DEE0-127BF0634D99}"/>
              </a:ext>
            </a:extLst>
          </p:cNvPr>
          <p:cNvCxnSpPr>
            <a:cxnSpLocks/>
          </p:cNvCxnSpPr>
          <p:nvPr/>
        </p:nvCxnSpPr>
        <p:spPr>
          <a:xfrm rot="5400000">
            <a:off x="10180307" y="1445088"/>
            <a:ext cx="150843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BBAC44E3-7159-5CD6-F9B3-77AFC28C4DF4}"/>
              </a:ext>
            </a:extLst>
          </p:cNvPr>
          <p:cNvCxnSpPr>
            <a:cxnSpLocks/>
          </p:cNvCxnSpPr>
          <p:nvPr/>
        </p:nvCxnSpPr>
        <p:spPr>
          <a:xfrm rot="5400000">
            <a:off x="10212479" y="1445087"/>
            <a:ext cx="15084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B203852-D973-8DE4-CE73-504F466DD2BB}"/>
              </a:ext>
            </a:extLst>
          </p:cNvPr>
          <p:cNvCxnSpPr>
            <a:cxnSpLocks/>
          </p:cNvCxnSpPr>
          <p:nvPr/>
        </p:nvCxnSpPr>
        <p:spPr>
          <a:xfrm rot="5400000">
            <a:off x="10243786" y="1445250"/>
            <a:ext cx="152077" cy="91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9E0796D-F1B2-03B5-5ED8-FFB6479EC21E}"/>
              </a:ext>
            </a:extLst>
          </p:cNvPr>
          <p:cNvSpPr/>
          <p:nvPr/>
        </p:nvSpPr>
        <p:spPr>
          <a:xfrm rot="5400000">
            <a:off x="10252548" y="1389316"/>
            <a:ext cx="96442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39740A63-27CA-E63C-63E3-A7EFB8F207A8}"/>
              </a:ext>
            </a:extLst>
          </p:cNvPr>
          <p:cNvSpPr/>
          <p:nvPr/>
        </p:nvSpPr>
        <p:spPr>
          <a:xfrm rot="5400000">
            <a:off x="10799991" y="874398"/>
            <a:ext cx="1174984" cy="624892"/>
          </a:xfrm>
          <a:prstGeom prst="rect">
            <a:avLst/>
          </a:prstGeom>
          <a:solidFill>
            <a:srgbClr val="6101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9B75880D-7423-3772-CD0A-D0706B19B980}"/>
              </a:ext>
            </a:extLst>
          </p:cNvPr>
          <p:cNvSpPr/>
          <p:nvPr/>
        </p:nvSpPr>
        <p:spPr>
          <a:xfrm rot="5400000">
            <a:off x="11435606" y="543335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2" name="Oval 901">
            <a:extLst>
              <a:ext uri="{FF2B5EF4-FFF2-40B4-BE49-F238E27FC236}">
                <a16:creationId xmlns:a16="http://schemas.microsoft.com/office/drawing/2014/main" id="{AF814787-03C1-1EAD-3B9C-2DB9A77F2A20}"/>
              </a:ext>
            </a:extLst>
          </p:cNvPr>
          <p:cNvSpPr/>
          <p:nvPr/>
        </p:nvSpPr>
        <p:spPr>
          <a:xfrm rot="5400000">
            <a:off x="11537462" y="629266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E49F365C-A2E1-7171-3589-8345FDD5707C}"/>
              </a:ext>
            </a:extLst>
          </p:cNvPr>
          <p:cNvCxnSpPr>
            <a:cxnSpLocks/>
            <a:stCxn id="902" idx="0"/>
            <a:endCxn id="902" idx="4"/>
          </p:cNvCxnSpPr>
          <p:nvPr/>
        </p:nvCxnSpPr>
        <p:spPr>
          <a:xfrm rot="5400000">
            <a:off x="11572267" y="629267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Connector 903">
            <a:extLst>
              <a:ext uri="{FF2B5EF4-FFF2-40B4-BE49-F238E27FC236}">
                <a16:creationId xmlns:a16="http://schemas.microsoft.com/office/drawing/2014/main" id="{7E9C7BDB-C9E3-503B-3A63-BF1FEFFE9629}"/>
              </a:ext>
            </a:extLst>
          </p:cNvPr>
          <p:cNvCxnSpPr>
            <a:cxnSpLocks/>
            <a:stCxn id="902" idx="2"/>
            <a:endCxn id="902" idx="6"/>
          </p:cNvCxnSpPr>
          <p:nvPr/>
        </p:nvCxnSpPr>
        <p:spPr>
          <a:xfrm rot="5400000">
            <a:off x="11537462" y="666331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5" name="Oval 904">
            <a:extLst>
              <a:ext uri="{FF2B5EF4-FFF2-40B4-BE49-F238E27FC236}">
                <a16:creationId xmlns:a16="http://schemas.microsoft.com/office/drawing/2014/main" id="{DA916401-F435-5771-8707-35C7708C0EE0}"/>
              </a:ext>
            </a:extLst>
          </p:cNvPr>
          <p:cNvSpPr/>
          <p:nvPr/>
        </p:nvSpPr>
        <p:spPr>
          <a:xfrm rot="5400000">
            <a:off x="11537462" y="629266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8" name="Oval 897">
            <a:extLst>
              <a:ext uri="{FF2B5EF4-FFF2-40B4-BE49-F238E27FC236}">
                <a16:creationId xmlns:a16="http://schemas.microsoft.com/office/drawing/2014/main" id="{FAD3B3B2-1E72-25F8-1158-40D005A92A22}"/>
              </a:ext>
            </a:extLst>
          </p:cNvPr>
          <p:cNvSpPr/>
          <p:nvPr/>
        </p:nvSpPr>
        <p:spPr>
          <a:xfrm rot="5400000">
            <a:off x="11420939" y="629266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99" name="Straight Connector 898">
            <a:extLst>
              <a:ext uri="{FF2B5EF4-FFF2-40B4-BE49-F238E27FC236}">
                <a16:creationId xmlns:a16="http://schemas.microsoft.com/office/drawing/2014/main" id="{1C5EDEC3-C2A1-392A-0B3D-49FAB9F99585}"/>
              </a:ext>
            </a:extLst>
          </p:cNvPr>
          <p:cNvCxnSpPr>
            <a:cxnSpLocks/>
            <a:stCxn id="898" idx="0"/>
            <a:endCxn id="898" idx="4"/>
          </p:cNvCxnSpPr>
          <p:nvPr/>
        </p:nvCxnSpPr>
        <p:spPr>
          <a:xfrm rot="5400000">
            <a:off x="11455744" y="629267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0" name="Straight Connector 899">
            <a:extLst>
              <a:ext uri="{FF2B5EF4-FFF2-40B4-BE49-F238E27FC236}">
                <a16:creationId xmlns:a16="http://schemas.microsoft.com/office/drawing/2014/main" id="{D00AC8EF-E49F-665E-B8B4-840C5B4C3A4E}"/>
              </a:ext>
            </a:extLst>
          </p:cNvPr>
          <p:cNvCxnSpPr>
            <a:cxnSpLocks/>
            <a:stCxn id="898" idx="2"/>
            <a:endCxn id="898" idx="6"/>
          </p:cNvCxnSpPr>
          <p:nvPr/>
        </p:nvCxnSpPr>
        <p:spPr>
          <a:xfrm rot="5400000">
            <a:off x="11420939" y="666331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Oval 900">
            <a:extLst>
              <a:ext uri="{FF2B5EF4-FFF2-40B4-BE49-F238E27FC236}">
                <a16:creationId xmlns:a16="http://schemas.microsoft.com/office/drawing/2014/main" id="{07DB5518-5B94-23C2-1987-110B05EE980C}"/>
              </a:ext>
            </a:extLst>
          </p:cNvPr>
          <p:cNvSpPr/>
          <p:nvPr/>
        </p:nvSpPr>
        <p:spPr>
          <a:xfrm rot="5400000">
            <a:off x="11420939" y="629266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9CDC4CFD-51BB-7570-96DE-987B904249F4}"/>
              </a:ext>
            </a:extLst>
          </p:cNvPr>
          <p:cNvSpPr/>
          <p:nvPr/>
        </p:nvSpPr>
        <p:spPr>
          <a:xfrm rot="16200000">
            <a:off x="11184468" y="1568290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39F53153-9C6D-1DCC-9958-18EA4384D6E5}"/>
              </a:ext>
            </a:extLst>
          </p:cNvPr>
          <p:cNvSpPr/>
          <p:nvPr/>
        </p:nvSpPr>
        <p:spPr>
          <a:xfrm rot="16200000">
            <a:off x="11165602" y="1670389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id="{6BAC4F88-8F82-8782-DBA5-9137DCF847A6}"/>
              </a:ext>
            </a:extLst>
          </p:cNvPr>
          <p:cNvCxnSpPr>
            <a:cxnSpLocks/>
            <a:stCxn id="891" idx="0"/>
            <a:endCxn id="891" idx="4"/>
          </p:cNvCxnSpPr>
          <p:nvPr/>
        </p:nvCxnSpPr>
        <p:spPr>
          <a:xfrm rot="16200000">
            <a:off x="11200407" y="1670388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74ADF1EA-C535-0DAA-9BFA-ACB35340EAF8}"/>
              </a:ext>
            </a:extLst>
          </p:cNvPr>
          <p:cNvCxnSpPr>
            <a:cxnSpLocks/>
            <a:stCxn id="891" idx="2"/>
            <a:endCxn id="891" idx="6"/>
          </p:cNvCxnSpPr>
          <p:nvPr/>
        </p:nvCxnSpPr>
        <p:spPr>
          <a:xfrm rot="16200000">
            <a:off x="11165602" y="1707453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4" name="Oval 893">
            <a:extLst>
              <a:ext uri="{FF2B5EF4-FFF2-40B4-BE49-F238E27FC236}">
                <a16:creationId xmlns:a16="http://schemas.microsoft.com/office/drawing/2014/main" id="{180E44A6-BCCD-6443-6A8B-E044BDC0322B}"/>
              </a:ext>
            </a:extLst>
          </p:cNvPr>
          <p:cNvSpPr/>
          <p:nvPr/>
        </p:nvSpPr>
        <p:spPr>
          <a:xfrm rot="16200000">
            <a:off x="11165602" y="1670389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7" name="Oval 886">
            <a:extLst>
              <a:ext uri="{FF2B5EF4-FFF2-40B4-BE49-F238E27FC236}">
                <a16:creationId xmlns:a16="http://schemas.microsoft.com/office/drawing/2014/main" id="{385CF84C-06AD-8EA8-0E8C-889AB2F92C87}"/>
              </a:ext>
            </a:extLst>
          </p:cNvPr>
          <p:cNvSpPr/>
          <p:nvPr/>
        </p:nvSpPr>
        <p:spPr>
          <a:xfrm rot="16200000">
            <a:off x="11282124" y="1670389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B965B71C-DC25-B243-09F0-FF590848E7C2}"/>
              </a:ext>
            </a:extLst>
          </p:cNvPr>
          <p:cNvCxnSpPr>
            <a:cxnSpLocks/>
            <a:stCxn id="887" idx="0"/>
            <a:endCxn id="887" idx="4"/>
          </p:cNvCxnSpPr>
          <p:nvPr/>
        </p:nvCxnSpPr>
        <p:spPr>
          <a:xfrm rot="16200000">
            <a:off x="11316929" y="1670388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CCE375DC-0836-B9A3-016D-89BCE50CA1D2}"/>
              </a:ext>
            </a:extLst>
          </p:cNvPr>
          <p:cNvCxnSpPr>
            <a:cxnSpLocks/>
            <a:stCxn id="887" idx="2"/>
            <a:endCxn id="887" idx="6"/>
          </p:cNvCxnSpPr>
          <p:nvPr/>
        </p:nvCxnSpPr>
        <p:spPr>
          <a:xfrm rot="16200000">
            <a:off x="11282124" y="1707453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0" name="Oval 889">
            <a:extLst>
              <a:ext uri="{FF2B5EF4-FFF2-40B4-BE49-F238E27FC236}">
                <a16:creationId xmlns:a16="http://schemas.microsoft.com/office/drawing/2014/main" id="{765C312A-CEA0-DC21-E162-134A101A7E64}"/>
              </a:ext>
            </a:extLst>
          </p:cNvPr>
          <p:cNvSpPr/>
          <p:nvPr/>
        </p:nvSpPr>
        <p:spPr>
          <a:xfrm rot="16200000">
            <a:off x="11282124" y="1670389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2" name="Oval 881">
            <a:extLst>
              <a:ext uri="{FF2B5EF4-FFF2-40B4-BE49-F238E27FC236}">
                <a16:creationId xmlns:a16="http://schemas.microsoft.com/office/drawing/2014/main" id="{1FF68CD8-4EDC-B637-9D51-CEB8AC5D8B18}"/>
              </a:ext>
            </a:extLst>
          </p:cNvPr>
          <p:cNvSpPr/>
          <p:nvPr/>
        </p:nvSpPr>
        <p:spPr>
          <a:xfrm rot="5400000">
            <a:off x="11099651" y="633268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3" name="Chord 882">
            <a:extLst>
              <a:ext uri="{FF2B5EF4-FFF2-40B4-BE49-F238E27FC236}">
                <a16:creationId xmlns:a16="http://schemas.microsoft.com/office/drawing/2014/main" id="{B5265596-6346-7A50-C020-D36DB7547E42}"/>
              </a:ext>
            </a:extLst>
          </p:cNvPr>
          <p:cNvSpPr/>
          <p:nvPr/>
        </p:nvSpPr>
        <p:spPr>
          <a:xfrm rot="5400000">
            <a:off x="11100562" y="637417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B405F948-42CC-253C-0A9C-0DC7456FC12A}"/>
              </a:ext>
            </a:extLst>
          </p:cNvPr>
          <p:cNvSpPr/>
          <p:nvPr/>
        </p:nvSpPr>
        <p:spPr>
          <a:xfrm rot="5400000">
            <a:off x="11445614" y="1442439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1" name="Chord 880">
            <a:extLst>
              <a:ext uri="{FF2B5EF4-FFF2-40B4-BE49-F238E27FC236}">
                <a16:creationId xmlns:a16="http://schemas.microsoft.com/office/drawing/2014/main" id="{648E6FBD-B18E-085E-2694-2E2330EE2DE7}"/>
              </a:ext>
            </a:extLst>
          </p:cNvPr>
          <p:cNvSpPr/>
          <p:nvPr/>
        </p:nvSpPr>
        <p:spPr>
          <a:xfrm rot="5400000">
            <a:off x="11446525" y="1446588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D8D45390-9B08-48D2-4C3C-240ECF2E949C}"/>
              </a:ext>
            </a:extLst>
          </p:cNvPr>
          <p:cNvCxnSpPr>
            <a:cxnSpLocks/>
          </p:cNvCxnSpPr>
          <p:nvPr/>
        </p:nvCxnSpPr>
        <p:spPr>
          <a:xfrm rot="5400000">
            <a:off x="11537042" y="849291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827">
            <a:extLst>
              <a:ext uri="{FF2B5EF4-FFF2-40B4-BE49-F238E27FC236}">
                <a16:creationId xmlns:a16="http://schemas.microsoft.com/office/drawing/2014/main" id="{B2D0E497-2784-70F7-E45C-84F13EA7A3C6}"/>
              </a:ext>
            </a:extLst>
          </p:cNvPr>
          <p:cNvCxnSpPr>
            <a:cxnSpLocks/>
          </p:cNvCxnSpPr>
          <p:nvPr/>
        </p:nvCxnSpPr>
        <p:spPr>
          <a:xfrm rot="5400000">
            <a:off x="11490568" y="848299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828">
            <a:extLst>
              <a:ext uri="{FF2B5EF4-FFF2-40B4-BE49-F238E27FC236}">
                <a16:creationId xmlns:a16="http://schemas.microsoft.com/office/drawing/2014/main" id="{3863376A-B203-7464-837B-50179FD09B7D}"/>
              </a:ext>
            </a:extLst>
          </p:cNvPr>
          <p:cNvCxnSpPr>
            <a:cxnSpLocks/>
          </p:cNvCxnSpPr>
          <p:nvPr/>
        </p:nvCxnSpPr>
        <p:spPr>
          <a:xfrm rot="5400000">
            <a:off x="11449815" y="848299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D2A3B734-6299-211E-9EB5-A6B0A8F96D6E}"/>
              </a:ext>
            </a:extLst>
          </p:cNvPr>
          <p:cNvCxnSpPr>
            <a:cxnSpLocks/>
          </p:cNvCxnSpPr>
          <p:nvPr/>
        </p:nvCxnSpPr>
        <p:spPr>
          <a:xfrm rot="5400000">
            <a:off x="11403341" y="847308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1" name="Straight Connector 830">
            <a:extLst>
              <a:ext uri="{FF2B5EF4-FFF2-40B4-BE49-F238E27FC236}">
                <a16:creationId xmlns:a16="http://schemas.microsoft.com/office/drawing/2014/main" id="{49063B48-F234-4292-7946-D92013208E77}"/>
              </a:ext>
            </a:extLst>
          </p:cNvPr>
          <p:cNvCxnSpPr>
            <a:cxnSpLocks/>
          </p:cNvCxnSpPr>
          <p:nvPr/>
        </p:nvCxnSpPr>
        <p:spPr>
          <a:xfrm rot="5400000">
            <a:off x="11363499" y="847969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2" name="Rectangle 831">
            <a:extLst>
              <a:ext uri="{FF2B5EF4-FFF2-40B4-BE49-F238E27FC236}">
                <a16:creationId xmlns:a16="http://schemas.microsoft.com/office/drawing/2014/main" id="{1749D87C-0647-4BEC-7837-0118ADF9A3BF}"/>
              </a:ext>
            </a:extLst>
          </p:cNvPr>
          <p:cNvSpPr/>
          <p:nvPr/>
        </p:nvSpPr>
        <p:spPr>
          <a:xfrm rot="5400000">
            <a:off x="11456300" y="949062"/>
            <a:ext cx="89928" cy="256385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79B4795F-C135-3621-49DB-13463E4286D0}"/>
              </a:ext>
            </a:extLst>
          </p:cNvPr>
          <p:cNvSpPr/>
          <p:nvPr/>
        </p:nvSpPr>
        <p:spPr>
          <a:xfrm rot="5400000">
            <a:off x="11392842" y="859919"/>
            <a:ext cx="220062" cy="2596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AD3BD97B-AA58-DA89-826F-951FDB3E1318}"/>
              </a:ext>
            </a:extLst>
          </p:cNvPr>
          <p:cNvSpPr/>
          <p:nvPr/>
        </p:nvSpPr>
        <p:spPr>
          <a:xfrm rot="5400000">
            <a:off x="11163682" y="888728"/>
            <a:ext cx="67394" cy="213907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2DA9A37D-5D8C-0188-C290-D31DDE9099EE}"/>
              </a:ext>
            </a:extLst>
          </p:cNvPr>
          <p:cNvSpPr/>
          <p:nvPr/>
        </p:nvSpPr>
        <p:spPr>
          <a:xfrm rot="5400000">
            <a:off x="11131147" y="908781"/>
            <a:ext cx="134817" cy="173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DB5951F2-1BE7-5911-F0DD-8F232F763CC0}"/>
              </a:ext>
            </a:extLst>
          </p:cNvPr>
          <p:cNvSpPr/>
          <p:nvPr/>
        </p:nvSpPr>
        <p:spPr>
          <a:xfrm rot="5400000">
            <a:off x="11537636" y="1133236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5" name="Oval 874">
            <a:extLst>
              <a:ext uri="{FF2B5EF4-FFF2-40B4-BE49-F238E27FC236}">
                <a16:creationId xmlns:a16="http://schemas.microsoft.com/office/drawing/2014/main" id="{562109F7-0659-7B5E-7CC4-6BA7F84E48F8}"/>
              </a:ext>
            </a:extLst>
          </p:cNvPr>
          <p:cNvSpPr/>
          <p:nvPr/>
        </p:nvSpPr>
        <p:spPr>
          <a:xfrm rot="5400000">
            <a:off x="11519912" y="1213109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76" name="Straight Connector 875">
            <a:extLst>
              <a:ext uri="{FF2B5EF4-FFF2-40B4-BE49-F238E27FC236}">
                <a16:creationId xmlns:a16="http://schemas.microsoft.com/office/drawing/2014/main" id="{DECEFFA2-46D4-2A42-904C-50FDD2B5DEFA}"/>
              </a:ext>
            </a:extLst>
          </p:cNvPr>
          <p:cNvCxnSpPr>
            <a:cxnSpLocks/>
            <a:stCxn id="875" idx="0"/>
            <a:endCxn id="875" idx="4"/>
          </p:cNvCxnSpPr>
          <p:nvPr/>
        </p:nvCxnSpPr>
        <p:spPr>
          <a:xfrm rot="5400000">
            <a:off x="11545749" y="1213109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Oval 876">
            <a:extLst>
              <a:ext uri="{FF2B5EF4-FFF2-40B4-BE49-F238E27FC236}">
                <a16:creationId xmlns:a16="http://schemas.microsoft.com/office/drawing/2014/main" id="{7D40CCC5-4BC4-3530-D307-E636828DD9E8}"/>
              </a:ext>
            </a:extLst>
          </p:cNvPr>
          <p:cNvSpPr/>
          <p:nvPr/>
        </p:nvSpPr>
        <p:spPr>
          <a:xfrm rot="5400000">
            <a:off x="11519912" y="1213109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B44B9AF7-DC0B-695D-7581-C5DDAC0A6052}"/>
              </a:ext>
            </a:extLst>
          </p:cNvPr>
          <p:cNvSpPr/>
          <p:nvPr/>
        </p:nvSpPr>
        <p:spPr>
          <a:xfrm rot="5400000">
            <a:off x="11534666" y="1266313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" name="Oval 869">
            <a:extLst>
              <a:ext uri="{FF2B5EF4-FFF2-40B4-BE49-F238E27FC236}">
                <a16:creationId xmlns:a16="http://schemas.microsoft.com/office/drawing/2014/main" id="{CCE9C271-B468-DA98-ADC5-170C933D1FFE}"/>
              </a:ext>
            </a:extLst>
          </p:cNvPr>
          <p:cNvSpPr/>
          <p:nvPr/>
        </p:nvSpPr>
        <p:spPr>
          <a:xfrm rot="5400000">
            <a:off x="11516942" y="1346186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71" name="Straight Connector 870">
            <a:extLst>
              <a:ext uri="{FF2B5EF4-FFF2-40B4-BE49-F238E27FC236}">
                <a16:creationId xmlns:a16="http://schemas.microsoft.com/office/drawing/2014/main" id="{6D59FAA6-2E1F-DA70-9916-6B9453C71826}"/>
              </a:ext>
            </a:extLst>
          </p:cNvPr>
          <p:cNvCxnSpPr>
            <a:cxnSpLocks/>
            <a:stCxn id="870" idx="0"/>
            <a:endCxn id="870" idx="4"/>
          </p:cNvCxnSpPr>
          <p:nvPr/>
        </p:nvCxnSpPr>
        <p:spPr>
          <a:xfrm rot="5400000">
            <a:off x="11542779" y="1346186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2" name="Oval 871">
            <a:extLst>
              <a:ext uri="{FF2B5EF4-FFF2-40B4-BE49-F238E27FC236}">
                <a16:creationId xmlns:a16="http://schemas.microsoft.com/office/drawing/2014/main" id="{FA0823E7-7A76-44D6-FBB5-449FBC63D219}"/>
              </a:ext>
            </a:extLst>
          </p:cNvPr>
          <p:cNvSpPr/>
          <p:nvPr/>
        </p:nvSpPr>
        <p:spPr>
          <a:xfrm rot="5400000">
            <a:off x="11516942" y="1346186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6" name="Rectangle: Rounded Corners 855">
            <a:extLst>
              <a:ext uri="{FF2B5EF4-FFF2-40B4-BE49-F238E27FC236}">
                <a16:creationId xmlns:a16="http://schemas.microsoft.com/office/drawing/2014/main" id="{E6BDBFFE-ADA9-F964-0056-71E52751DC04}"/>
              </a:ext>
            </a:extLst>
          </p:cNvPr>
          <p:cNvSpPr/>
          <p:nvPr/>
        </p:nvSpPr>
        <p:spPr>
          <a:xfrm rot="5400000">
            <a:off x="11193733" y="1043840"/>
            <a:ext cx="166533" cy="35749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7" name="Straight Connector 856">
            <a:extLst>
              <a:ext uri="{FF2B5EF4-FFF2-40B4-BE49-F238E27FC236}">
                <a16:creationId xmlns:a16="http://schemas.microsoft.com/office/drawing/2014/main" id="{C3861508-C4B7-1E7F-FA13-67FA423BD4D6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49173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857">
            <a:extLst>
              <a:ext uri="{FF2B5EF4-FFF2-40B4-BE49-F238E27FC236}">
                <a16:creationId xmlns:a16="http://schemas.microsoft.com/office/drawing/2014/main" id="{C10CBD5F-1E8F-9B73-41BD-FC1A60045147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19145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7E12CBC7-35A4-4932-2CF4-062965F47FF1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91278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Straight Connector 859">
            <a:extLst>
              <a:ext uri="{FF2B5EF4-FFF2-40B4-BE49-F238E27FC236}">
                <a16:creationId xmlns:a16="http://schemas.microsoft.com/office/drawing/2014/main" id="{F638A4C1-3C82-7E32-F6DA-2C46D5D77CE1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61249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Straight Connector 860">
            <a:extLst>
              <a:ext uri="{FF2B5EF4-FFF2-40B4-BE49-F238E27FC236}">
                <a16:creationId xmlns:a16="http://schemas.microsoft.com/office/drawing/2014/main" id="{12635D53-4D89-6066-79A7-3D891C0575ED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33347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Connector 861">
            <a:extLst>
              <a:ext uri="{FF2B5EF4-FFF2-40B4-BE49-F238E27FC236}">
                <a16:creationId xmlns:a16="http://schemas.microsoft.com/office/drawing/2014/main" id="{ABAED684-2104-9927-747D-13AB1A16EA90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03318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Straight Connector 862">
            <a:extLst>
              <a:ext uri="{FF2B5EF4-FFF2-40B4-BE49-F238E27FC236}">
                <a16:creationId xmlns:a16="http://schemas.microsoft.com/office/drawing/2014/main" id="{659C1853-A6B9-4E75-5451-608FB47D08B0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75452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Straight Connector 863">
            <a:extLst>
              <a:ext uri="{FF2B5EF4-FFF2-40B4-BE49-F238E27FC236}">
                <a16:creationId xmlns:a16="http://schemas.microsoft.com/office/drawing/2014/main" id="{057FBB94-1680-348B-517D-53276AA50898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45423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Connector 864">
            <a:extLst>
              <a:ext uri="{FF2B5EF4-FFF2-40B4-BE49-F238E27FC236}">
                <a16:creationId xmlns:a16="http://schemas.microsoft.com/office/drawing/2014/main" id="{125E9533-9E6E-8EF2-39D9-42E9FF078968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17538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6" name="Straight Connector 865">
            <a:extLst>
              <a:ext uri="{FF2B5EF4-FFF2-40B4-BE49-F238E27FC236}">
                <a16:creationId xmlns:a16="http://schemas.microsoft.com/office/drawing/2014/main" id="{2A965A3A-2AB4-AADC-5CCA-34803C54429B}"/>
              </a:ext>
            </a:extLst>
          </p:cNvPr>
          <p:cNvCxnSpPr>
            <a:cxnSpLocks/>
          </p:cNvCxnSpPr>
          <p:nvPr/>
        </p:nvCxnSpPr>
        <p:spPr>
          <a:xfrm rot="5400000" flipH="1">
            <a:off x="11089636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Straight Connector 866">
            <a:extLst>
              <a:ext uri="{FF2B5EF4-FFF2-40B4-BE49-F238E27FC236}">
                <a16:creationId xmlns:a16="http://schemas.microsoft.com/office/drawing/2014/main" id="{DBDFB1BF-4072-7E48-CB6B-F09128406FC4}"/>
              </a:ext>
            </a:extLst>
          </p:cNvPr>
          <p:cNvCxnSpPr>
            <a:cxnSpLocks/>
          </p:cNvCxnSpPr>
          <p:nvPr/>
        </p:nvCxnSpPr>
        <p:spPr>
          <a:xfrm rot="5400000" flipH="1">
            <a:off x="11059607" y="1222585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" name="Straight Connector 850">
            <a:extLst>
              <a:ext uri="{FF2B5EF4-FFF2-40B4-BE49-F238E27FC236}">
                <a16:creationId xmlns:a16="http://schemas.microsoft.com/office/drawing/2014/main" id="{55A0C7D1-74FD-131B-D965-AAC473B4BB4B}"/>
              </a:ext>
            </a:extLst>
          </p:cNvPr>
          <p:cNvCxnSpPr>
            <a:cxnSpLocks/>
          </p:cNvCxnSpPr>
          <p:nvPr/>
        </p:nvCxnSpPr>
        <p:spPr>
          <a:xfrm rot="5400000">
            <a:off x="11396668" y="1401799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" name="Straight Connector 851">
            <a:extLst>
              <a:ext uri="{FF2B5EF4-FFF2-40B4-BE49-F238E27FC236}">
                <a16:creationId xmlns:a16="http://schemas.microsoft.com/office/drawing/2014/main" id="{C2D29CBF-91A7-B247-8CB2-982871626964}"/>
              </a:ext>
            </a:extLst>
          </p:cNvPr>
          <p:cNvCxnSpPr>
            <a:cxnSpLocks/>
          </p:cNvCxnSpPr>
          <p:nvPr/>
        </p:nvCxnSpPr>
        <p:spPr>
          <a:xfrm rot="5400000">
            <a:off x="11307298" y="140180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C4C2AE4F-81C1-2CBC-A2C2-D3761FE37438}"/>
              </a:ext>
            </a:extLst>
          </p:cNvPr>
          <p:cNvCxnSpPr>
            <a:cxnSpLocks/>
          </p:cNvCxnSpPr>
          <p:nvPr/>
        </p:nvCxnSpPr>
        <p:spPr>
          <a:xfrm rot="5400000">
            <a:off x="11352342" y="140180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4" name="Straight Connector 853">
            <a:extLst>
              <a:ext uri="{FF2B5EF4-FFF2-40B4-BE49-F238E27FC236}">
                <a16:creationId xmlns:a16="http://schemas.microsoft.com/office/drawing/2014/main" id="{E593CD0C-C563-AAE6-E609-B04AA7C4D961}"/>
              </a:ext>
            </a:extLst>
          </p:cNvPr>
          <p:cNvCxnSpPr>
            <a:cxnSpLocks/>
          </p:cNvCxnSpPr>
          <p:nvPr/>
        </p:nvCxnSpPr>
        <p:spPr>
          <a:xfrm rot="5400000">
            <a:off x="11353773" y="1337698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5" name="Rectangle 854">
            <a:extLst>
              <a:ext uri="{FF2B5EF4-FFF2-40B4-BE49-F238E27FC236}">
                <a16:creationId xmlns:a16="http://schemas.microsoft.com/office/drawing/2014/main" id="{C51185C0-A626-7A90-962E-B2C515AF00F3}"/>
              </a:ext>
            </a:extLst>
          </p:cNvPr>
          <p:cNvSpPr/>
          <p:nvPr/>
        </p:nvSpPr>
        <p:spPr>
          <a:xfrm rot="5400000">
            <a:off x="11340600" y="1314519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E5F58B21-35D7-EBBC-DF9C-45512E635EA5}"/>
              </a:ext>
            </a:extLst>
          </p:cNvPr>
          <p:cNvCxnSpPr>
            <a:cxnSpLocks/>
          </p:cNvCxnSpPr>
          <p:nvPr/>
        </p:nvCxnSpPr>
        <p:spPr>
          <a:xfrm rot="16200000">
            <a:off x="11280579" y="1484063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846">
            <a:extLst>
              <a:ext uri="{FF2B5EF4-FFF2-40B4-BE49-F238E27FC236}">
                <a16:creationId xmlns:a16="http://schemas.microsoft.com/office/drawing/2014/main" id="{BC7BD210-4A6B-9409-E39C-37AE915EDB84}"/>
              </a:ext>
            </a:extLst>
          </p:cNvPr>
          <p:cNvCxnSpPr>
            <a:cxnSpLocks/>
          </p:cNvCxnSpPr>
          <p:nvPr/>
        </p:nvCxnSpPr>
        <p:spPr>
          <a:xfrm rot="16200000">
            <a:off x="11369949" y="1484062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847">
            <a:extLst>
              <a:ext uri="{FF2B5EF4-FFF2-40B4-BE49-F238E27FC236}">
                <a16:creationId xmlns:a16="http://schemas.microsoft.com/office/drawing/2014/main" id="{FD8E6ABB-F1FE-5616-4A67-98605A82F615}"/>
              </a:ext>
            </a:extLst>
          </p:cNvPr>
          <p:cNvCxnSpPr>
            <a:cxnSpLocks/>
          </p:cNvCxnSpPr>
          <p:nvPr/>
        </p:nvCxnSpPr>
        <p:spPr>
          <a:xfrm rot="16200000">
            <a:off x="11324905" y="1484062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48CFDFEE-FB89-138B-BB1F-79943C2FC53E}"/>
              </a:ext>
            </a:extLst>
          </p:cNvPr>
          <p:cNvCxnSpPr>
            <a:cxnSpLocks/>
          </p:cNvCxnSpPr>
          <p:nvPr/>
        </p:nvCxnSpPr>
        <p:spPr>
          <a:xfrm rot="16200000">
            <a:off x="11323474" y="1548164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0" name="Rectangle 849">
            <a:extLst>
              <a:ext uri="{FF2B5EF4-FFF2-40B4-BE49-F238E27FC236}">
                <a16:creationId xmlns:a16="http://schemas.microsoft.com/office/drawing/2014/main" id="{1E774046-5915-B1A2-029D-0B5B1BBD71D6}"/>
              </a:ext>
            </a:extLst>
          </p:cNvPr>
          <p:cNvSpPr/>
          <p:nvPr/>
        </p:nvSpPr>
        <p:spPr>
          <a:xfrm rot="16200000">
            <a:off x="11314593" y="1459805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F5DD82E5-AEC2-CAB6-593D-B6BAF507A0C5}"/>
              </a:ext>
            </a:extLst>
          </p:cNvPr>
          <p:cNvCxnSpPr>
            <a:cxnSpLocks/>
          </p:cNvCxnSpPr>
          <p:nvPr/>
        </p:nvCxnSpPr>
        <p:spPr>
          <a:xfrm rot="5400000">
            <a:off x="11163423" y="1444261"/>
            <a:ext cx="15084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DAFDD9DA-FCCA-43C7-7BCD-36F0A2642E00}"/>
              </a:ext>
            </a:extLst>
          </p:cNvPr>
          <p:cNvCxnSpPr>
            <a:cxnSpLocks/>
          </p:cNvCxnSpPr>
          <p:nvPr/>
        </p:nvCxnSpPr>
        <p:spPr>
          <a:xfrm rot="5400000">
            <a:off x="11074052" y="1444262"/>
            <a:ext cx="150843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5E8FF542-5AD7-4CA1-9A18-BB22B9B03855}"/>
              </a:ext>
            </a:extLst>
          </p:cNvPr>
          <p:cNvCxnSpPr>
            <a:cxnSpLocks/>
          </p:cNvCxnSpPr>
          <p:nvPr/>
        </p:nvCxnSpPr>
        <p:spPr>
          <a:xfrm rot="5400000">
            <a:off x="11106224" y="1444261"/>
            <a:ext cx="15084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CD90031C-EECB-D25F-5FC9-B55547D9A7C0}"/>
              </a:ext>
            </a:extLst>
          </p:cNvPr>
          <p:cNvCxnSpPr>
            <a:cxnSpLocks/>
          </p:cNvCxnSpPr>
          <p:nvPr/>
        </p:nvCxnSpPr>
        <p:spPr>
          <a:xfrm rot="5400000">
            <a:off x="11137531" y="1444424"/>
            <a:ext cx="152077" cy="91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5" name="Rectangle 844">
            <a:extLst>
              <a:ext uri="{FF2B5EF4-FFF2-40B4-BE49-F238E27FC236}">
                <a16:creationId xmlns:a16="http://schemas.microsoft.com/office/drawing/2014/main" id="{B955FC2A-404E-C7F8-234B-872CC5283E6A}"/>
              </a:ext>
            </a:extLst>
          </p:cNvPr>
          <p:cNvSpPr/>
          <p:nvPr/>
        </p:nvSpPr>
        <p:spPr>
          <a:xfrm rot="5400000">
            <a:off x="11146293" y="1388490"/>
            <a:ext cx="96442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E8F452E2-CDBF-A456-964C-EC770DA15B2B}"/>
              </a:ext>
            </a:extLst>
          </p:cNvPr>
          <p:cNvSpPr/>
          <p:nvPr/>
        </p:nvSpPr>
        <p:spPr>
          <a:xfrm rot="5400000">
            <a:off x="9958182" y="5315339"/>
            <a:ext cx="1174984" cy="624892"/>
          </a:xfrm>
          <a:prstGeom prst="rect">
            <a:avLst/>
          </a:prstGeom>
          <a:solidFill>
            <a:srgbClr val="6101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5A08A074-2B04-6B71-6353-6A246271753E}"/>
              </a:ext>
            </a:extLst>
          </p:cNvPr>
          <p:cNvSpPr/>
          <p:nvPr/>
        </p:nvSpPr>
        <p:spPr>
          <a:xfrm rot="5400000">
            <a:off x="10593797" y="4984276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7" name="Oval 986">
            <a:extLst>
              <a:ext uri="{FF2B5EF4-FFF2-40B4-BE49-F238E27FC236}">
                <a16:creationId xmlns:a16="http://schemas.microsoft.com/office/drawing/2014/main" id="{DE01B822-B4B1-437C-4953-EE4139C9CBDD}"/>
              </a:ext>
            </a:extLst>
          </p:cNvPr>
          <p:cNvSpPr/>
          <p:nvPr/>
        </p:nvSpPr>
        <p:spPr>
          <a:xfrm rot="5400000">
            <a:off x="10695653" y="5070207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8" name="Straight Connector 987">
            <a:extLst>
              <a:ext uri="{FF2B5EF4-FFF2-40B4-BE49-F238E27FC236}">
                <a16:creationId xmlns:a16="http://schemas.microsoft.com/office/drawing/2014/main" id="{F3F152A4-B604-E75F-500B-E4F29EA50D8A}"/>
              </a:ext>
            </a:extLst>
          </p:cNvPr>
          <p:cNvCxnSpPr>
            <a:cxnSpLocks/>
            <a:stCxn id="987" idx="0"/>
            <a:endCxn id="987" idx="4"/>
          </p:cNvCxnSpPr>
          <p:nvPr/>
        </p:nvCxnSpPr>
        <p:spPr>
          <a:xfrm rot="5400000">
            <a:off x="10730458" y="5070208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Straight Connector 988">
            <a:extLst>
              <a:ext uri="{FF2B5EF4-FFF2-40B4-BE49-F238E27FC236}">
                <a16:creationId xmlns:a16="http://schemas.microsoft.com/office/drawing/2014/main" id="{3C68FA0D-C3BE-BF3C-1C39-64B069E5D8BC}"/>
              </a:ext>
            </a:extLst>
          </p:cNvPr>
          <p:cNvCxnSpPr>
            <a:cxnSpLocks/>
            <a:stCxn id="987" idx="2"/>
            <a:endCxn id="987" idx="6"/>
          </p:cNvCxnSpPr>
          <p:nvPr/>
        </p:nvCxnSpPr>
        <p:spPr>
          <a:xfrm rot="5400000">
            <a:off x="10695653" y="5107272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0" name="Oval 989">
            <a:extLst>
              <a:ext uri="{FF2B5EF4-FFF2-40B4-BE49-F238E27FC236}">
                <a16:creationId xmlns:a16="http://schemas.microsoft.com/office/drawing/2014/main" id="{8A8D08D0-7861-D0CA-E242-8979E3B14899}"/>
              </a:ext>
            </a:extLst>
          </p:cNvPr>
          <p:cNvSpPr/>
          <p:nvPr/>
        </p:nvSpPr>
        <p:spPr>
          <a:xfrm rot="5400000">
            <a:off x="10695653" y="5070207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3" name="Oval 982">
            <a:extLst>
              <a:ext uri="{FF2B5EF4-FFF2-40B4-BE49-F238E27FC236}">
                <a16:creationId xmlns:a16="http://schemas.microsoft.com/office/drawing/2014/main" id="{DF17C65D-5BD7-D90A-C51E-D0FA111532DE}"/>
              </a:ext>
            </a:extLst>
          </p:cNvPr>
          <p:cNvSpPr/>
          <p:nvPr/>
        </p:nvSpPr>
        <p:spPr>
          <a:xfrm rot="5400000">
            <a:off x="10579130" y="5070207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ADE4C9E3-E163-CF34-0161-B0760C3A8BAF}"/>
              </a:ext>
            </a:extLst>
          </p:cNvPr>
          <p:cNvCxnSpPr>
            <a:cxnSpLocks/>
            <a:stCxn id="983" idx="0"/>
            <a:endCxn id="983" idx="4"/>
          </p:cNvCxnSpPr>
          <p:nvPr/>
        </p:nvCxnSpPr>
        <p:spPr>
          <a:xfrm rot="5400000">
            <a:off x="10613935" y="5070208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Straight Connector 984">
            <a:extLst>
              <a:ext uri="{FF2B5EF4-FFF2-40B4-BE49-F238E27FC236}">
                <a16:creationId xmlns:a16="http://schemas.microsoft.com/office/drawing/2014/main" id="{7F153A17-D6C8-6FB6-582E-9C4E23D26608}"/>
              </a:ext>
            </a:extLst>
          </p:cNvPr>
          <p:cNvCxnSpPr>
            <a:cxnSpLocks/>
            <a:stCxn id="983" idx="2"/>
            <a:endCxn id="983" idx="6"/>
          </p:cNvCxnSpPr>
          <p:nvPr/>
        </p:nvCxnSpPr>
        <p:spPr>
          <a:xfrm rot="5400000">
            <a:off x="10579130" y="5107272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6" name="Oval 985">
            <a:extLst>
              <a:ext uri="{FF2B5EF4-FFF2-40B4-BE49-F238E27FC236}">
                <a16:creationId xmlns:a16="http://schemas.microsoft.com/office/drawing/2014/main" id="{D231ECFA-D6D6-D9C9-7C47-0C06B188F721}"/>
              </a:ext>
            </a:extLst>
          </p:cNvPr>
          <p:cNvSpPr/>
          <p:nvPr/>
        </p:nvSpPr>
        <p:spPr>
          <a:xfrm rot="5400000">
            <a:off x="10579130" y="5070207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2CD89A77-899E-00CD-92F8-8810978872D5}"/>
              </a:ext>
            </a:extLst>
          </p:cNvPr>
          <p:cNvSpPr/>
          <p:nvPr/>
        </p:nvSpPr>
        <p:spPr>
          <a:xfrm rot="16200000">
            <a:off x="10342659" y="6009231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6" name="Oval 975">
            <a:extLst>
              <a:ext uri="{FF2B5EF4-FFF2-40B4-BE49-F238E27FC236}">
                <a16:creationId xmlns:a16="http://schemas.microsoft.com/office/drawing/2014/main" id="{6A5DBD9F-FCC7-264E-3A02-A77744386E64}"/>
              </a:ext>
            </a:extLst>
          </p:cNvPr>
          <p:cNvSpPr/>
          <p:nvPr/>
        </p:nvSpPr>
        <p:spPr>
          <a:xfrm rot="16200000">
            <a:off x="10323793" y="6111330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3160D1E5-5836-BF6C-A06A-BB5F77931580}"/>
              </a:ext>
            </a:extLst>
          </p:cNvPr>
          <p:cNvCxnSpPr>
            <a:cxnSpLocks/>
            <a:stCxn id="976" idx="0"/>
            <a:endCxn id="976" idx="4"/>
          </p:cNvCxnSpPr>
          <p:nvPr/>
        </p:nvCxnSpPr>
        <p:spPr>
          <a:xfrm rot="16200000">
            <a:off x="10358598" y="6111329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Straight Connector 977">
            <a:extLst>
              <a:ext uri="{FF2B5EF4-FFF2-40B4-BE49-F238E27FC236}">
                <a16:creationId xmlns:a16="http://schemas.microsoft.com/office/drawing/2014/main" id="{5DA1AC5D-7CA7-FF6C-78B4-BDAC1D2B60AB}"/>
              </a:ext>
            </a:extLst>
          </p:cNvPr>
          <p:cNvCxnSpPr>
            <a:cxnSpLocks/>
            <a:stCxn id="976" idx="2"/>
            <a:endCxn id="976" idx="6"/>
          </p:cNvCxnSpPr>
          <p:nvPr/>
        </p:nvCxnSpPr>
        <p:spPr>
          <a:xfrm rot="16200000">
            <a:off x="10323793" y="6148394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9" name="Oval 978">
            <a:extLst>
              <a:ext uri="{FF2B5EF4-FFF2-40B4-BE49-F238E27FC236}">
                <a16:creationId xmlns:a16="http://schemas.microsoft.com/office/drawing/2014/main" id="{9542C7F5-D2A9-479B-7E13-AA4B5A5C9E4B}"/>
              </a:ext>
            </a:extLst>
          </p:cNvPr>
          <p:cNvSpPr/>
          <p:nvPr/>
        </p:nvSpPr>
        <p:spPr>
          <a:xfrm rot="16200000">
            <a:off x="10323793" y="6111330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2" name="Oval 971">
            <a:extLst>
              <a:ext uri="{FF2B5EF4-FFF2-40B4-BE49-F238E27FC236}">
                <a16:creationId xmlns:a16="http://schemas.microsoft.com/office/drawing/2014/main" id="{96DF911E-A7E7-0C2A-9C40-8BD5BB18A119}"/>
              </a:ext>
            </a:extLst>
          </p:cNvPr>
          <p:cNvSpPr/>
          <p:nvPr/>
        </p:nvSpPr>
        <p:spPr>
          <a:xfrm rot="16200000">
            <a:off x="10440315" y="6111330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8B286494-F12E-3CA7-60A2-0B6938383C51}"/>
              </a:ext>
            </a:extLst>
          </p:cNvPr>
          <p:cNvCxnSpPr>
            <a:cxnSpLocks/>
            <a:stCxn id="972" idx="0"/>
            <a:endCxn id="972" idx="4"/>
          </p:cNvCxnSpPr>
          <p:nvPr/>
        </p:nvCxnSpPr>
        <p:spPr>
          <a:xfrm rot="16200000">
            <a:off x="10475120" y="6111329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973">
            <a:extLst>
              <a:ext uri="{FF2B5EF4-FFF2-40B4-BE49-F238E27FC236}">
                <a16:creationId xmlns:a16="http://schemas.microsoft.com/office/drawing/2014/main" id="{6349501B-4C5E-60CF-1F9E-A64ED29B6BC4}"/>
              </a:ext>
            </a:extLst>
          </p:cNvPr>
          <p:cNvCxnSpPr>
            <a:cxnSpLocks/>
            <a:stCxn id="972" idx="2"/>
            <a:endCxn id="972" idx="6"/>
          </p:cNvCxnSpPr>
          <p:nvPr/>
        </p:nvCxnSpPr>
        <p:spPr>
          <a:xfrm rot="16200000">
            <a:off x="10440315" y="6148394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5" name="Oval 974">
            <a:extLst>
              <a:ext uri="{FF2B5EF4-FFF2-40B4-BE49-F238E27FC236}">
                <a16:creationId xmlns:a16="http://schemas.microsoft.com/office/drawing/2014/main" id="{77FBBD65-E037-C51D-9020-029C0459E239}"/>
              </a:ext>
            </a:extLst>
          </p:cNvPr>
          <p:cNvSpPr/>
          <p:nvPr/>
        </p:nvSpPr>
        <p:spPr>
          <a:xfrm rot="16200000">
            <a:off x="10440315" y="6111330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7" name="Oval 966">
            <a:extLst>
              <a:ext uri="{FF2B5EF4-FFF2-40B4-BE49-F238E27FC236}">
                <a16:creationId xmlns:a16="http://schemas.microsoft.com/office/drawing/2014/main" id="{D90BD28E-45A4-01D3-D939-3E5A7A402FF0}"/>
              </a:ext>
            </a:extLst>
          </p:cNvPr>
          <p:cNvSpPr/>
          <p:nvPr/>
        </p:nvSpPr>
        <p:spPr>
          <a:xfrm rot="5400000">
            <a:off x="10257842" y="5074209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" name="Chord 967">
            <a:extLst>
              <a:ext uri="{FF2B5EF4-FFF2-40B4-BE49-F238E27FC236}">
                <a16:creationId xmlns:a16="http://schemas.microsoft.com/office/drawing/2014/main" id="{7C0CA4A8-400C-5DA8-39FF-99997789182A}"/>
              </a:ext>
            </a:extLst>
          </p:cNvPr>
          <p:cNvSpPr/>
          <p:nvPr/>
        </p:nvSpPr>
        <p:spPr>
          <a:xfrm rot="5400000">
            <a:off x="10258753" y="5078358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" name="Oval 964">
            <a:extLst>
              <a:ext uri="{FF2B5EF4-FFF2-40B4-BE49-F238E27FC236}">
                <a16:creationId xmlns:a16="http://schemas.microsoft.com/office/drawing/2014/main" id="{4EEC9913-64EE-A8FE-F53A-0414C4329812}"/>
              </a:ext>
            </a:extLst>
          </p:cNvPr>
          <p:cNvSpPr/>
          <p:nvPr/>
        </p:nvSpPr>
        <p:spPr>
          <a:xfrm rot="5400000">
            <a:off x="10603805" y="5883380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" name="Chord 965">
            <a:extLst>
              <a:ext uri="{FF2B5EF4-FFF2-40B4-BE49-F238E27FC236}">
                <a16:creationId xmlns:a16="http://schemas.microsoft.com/office/drawing/2014/main" id="{AE97736A-7FDA-95A2-17E3-6977894E2115}"/>
              </a:ext>
            </a:extLst>
          </p:cNvPr>
          <p:cNvSpPr/>
          <p:nvPr/>
        </p:nvSpPr>
        <p:spPr>
          <a:xfrm rot="5400000">
            <a:off x="10604716" y="5887529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077217E4-D469-BF1F-6689-ADC9CE911D4D}"/>
              </a:ext>
            </a:extLst>
          </p:cNvPr>
          <p:cNvCxnSpPr>
            <a:cxnSpLocks/>
          </p:cNvCxnSpPr>
          <p:nvPr/>
        </p:nvCxnSpPr>
        <p:spPr>
          <a:xfrm rot="5400000">
            <a:off x="10695233" y="5290232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Connector 912">
            <a:extLst>
              <a:ext uri="{FF2B5EF4-FFF2-40B4-BE49-F238E27FC236}">
                <a16:creationId xmlns:a16="http://schemas.microsoft.com/office/drawing/2014/main" id="{5F1C1C2F-6387-7E65-48FA-CA6C68E06C96}"/>
              </a:ext>
            </a:extLst>
          </p:cNvPr>
          <p:cNvCxnSpPr>
            <a:cxnSpLocks/>
          </p:cNvCxnSpPr>
          <p:nvPr/>
        </p:nvCxnSpPr>
        <p:spPr>
          <a:xfrm rot="5400000">
            <a:off x="10648759" y="5289240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Straight Connector 913">
            <a:extLst>
              <a:ext uri="{FF2B5EF4-FFF2-40B4-BE49-F238E27FC236}">
                <a16:creationId xmlns:a16="http://schemas.microsoft.com/office/drawing/2014/main" id="{7FEEBB22-DB0B-CE2E-4AD8-A2CB1F76A580}"/>
              </a:ext>
            </a:extLst>
          </p:cNvPr>
          <p:cNvCxnSpPr>
            <a:cxnSpLocks/>
          </p:cNvCxnSpPr>
          <p:nvPr/>
        </p:nvCxnSpPr>
        <p:spPr>
          <a:xfrm rot="5400000">
            <a:off x="10608006" y="5289240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Straight Connector 914">
            <a:extLst>
              <a:ext uri="{FF2B5EF4-FFF2-40B4-BE49-F238E27FC236}">
                <a16:creationId xmlns:a16="http://schemas.microsoft.com/office/drawing/2014/main" id="{236D4824-DE55-7C9A-BFFE-27224ACC2EFE}"/>
              </a:ext>
            </a:extLst>
          </p:cNvPr>
          <p:cNvCxnSpPr>
            <a:cxnSpLocks/>
          </p:cNvCxnSpPr>
          <p:nvPr/>
        </p:nvCxnSpPr>
        <p:spPr>
          <a:xfrm rot="5400000">
            <a:off x="10561532" y="5288249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Straight Connector 915">
            <a:extLst>
              <a:ext uri="{FF2B5EF4-FFF2-40B4-BE49-F238E27FC236}">
                <a16:creationId xmlns:a16="http://schemas.microsoft.com/office/drawing/2014/main" id="{2B44DDDD-27C6-2D92-6061-6F3FEEF45A93}"/>
              </a:ext>
            </a:extLst>
          </p:cNvPr>
          <p:cNvCxnSpPr>
            <a:cxnSpLocks/>
          </p:cNvCxnSpPr>
          <p:nvPr/>
        </p:nvCxnSpPr>
        <p:spPr>
          <a:xfrm rot="5400000">
            <a:off x="10521690" y="5288910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7" name="Rectangle 916">
            <a:extLst>
              <a:ext uri="{FF2B5EF4-FFF2-40B4-BE49-F238E27FC236}">
                <a16:creationId xmlns:a16="http://schemas.microsoft.com/office/drawing/2014/main" id="{8F2FE4ED-8B05-8DAB-5E67-A289C65E9924}"/>
              </a:ext>
            </a:extLst>
          </p:cNvPr>
          <p:cNvSpPr/>
          <p:nvPr/>
        </p:nvSpPr>
        <p:spPr>
          <a:xfrm rot="5400000">
            <a:off x="10614491" y="5390003"/>
            <a:ext cx="89928" cy="256385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258D05EC-792E-16A4-C781-C9ECF38D1481}"/>
              </a:ext>
            </a:extLst>
          </p:cNvPr>
          <p:cNvSpPr/>
          <p:nvPr/>
        </p:nvSpPr>
        <p:spPr>
          <a:xfrm rot="5400000">
            <a:off x="10551033" y="5300860"/>
            <a:ext cx="220062" cy="2596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92085B40-13FC-23B3-FC3A-D52317043A04}"/>
              </a:ext>
            </a:extLst>
          </p:cNvPr>
          <p:cNvSpPr/>
          <p:nvPr/>
        </p:nvSpPr>
        <p:spPr>
          <a:xfrm rot="5400000">
            <a:off x="10321873" y="5329669"/>
            <a:ext cx="67394" cy="213907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176D47FA-FCF7-E9F2-F16D-F0DE41A6B5C7}"/>
              </a:ext>
            </a:extLst>
          </p:cNvPr>
          <p:cNvSpPr/>
          <p:nvPr/>
        </p:nvSpPr>
        <p:spPr>
          <a:xfrm rot="5400000">
            <a:off x="10289338" y="5349722"/>
            <a:ext cx="134817" cy="173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1AB321B9-0EFC-86C6-8761-9D8273B99075}"/>
              </a:ext>
            </a:extLst>
          </p:cNvPr>
          <p:cNvSpPr/>
          <p:nvPr/>
        </p:nvSpPr>
        <p:spPr>
          <a:xfrm rot="5400000">
            <a:off x="10695827" y="5574177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" name="Oval 959">
            <a:extLst>
              <a:ext uri="{FF2B5EF4-FFF2-40B4-BE49-F238E27FC236}">
                <a16:creationId xmlns:a16="http://schemas.microsoft.com/office/drawing/2014/main" id="{D5860647-D573-BEE6-5D7E-C39E5084F89D}"/>
              </a:ext>
            </a:extLst>
          </p:cNvPr>
          <p:cNvSpPr/>
          <p:nvPr/>
        </p:nvSpPr>
        <p:spPr>
          <a:xfrm rot="5400000">
            <a:off x="10678103" y="5654050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1" name="Straight Connector 960">
            <a:extLst>
              <a:ext uri="{FF2B5EF4-FFF2-40B4-BE49-F238E27FC236}">
                <a16:creationId xmlns:a16="http://schemas.microsoft.com/office/drawing/2014/main" id="{4930B87A-55F5-1D61-3521-5ADB4FE22012}"/>
              </a:ext>
            </a:extLst>
          </p:cNvPr>
          <p:cNvCxnSpPr>
            <a:cxnSpLocks/>
            <a:stCxn id="960" idx="0"/>
            <a:endCxn id="960" idx="4"/>
          </p:cNvCxnSpPr>
          <p:nvPr/>
        </p:nvCxnSpPr>
        <p:spPr>
          <a:xfrm rot="5400000">
            <a:off x="10703940" y="5654050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2" name="Oval 961">
            <a:extLst>
              <a:ext uri="{FF2B5EF4-FFF2-40B4-BE49-F238E27FC236}">
                <a16:creationId xmlns:a16="http://schemas.microsoft.com/office/drawing/2014/main" id="{225F1AC0-9F17-C41A-9AF9-10949FA1E945}"/>
              </a:ext>
            </a:extLst>
          </p:cNvPr>
          <p:cNvSpPr/>
          <p:nvPr/>
        </p:nvSpPr>
        <p:spPr>
          <a:xfrm rot="5400000">
            <a:off x="10678103" y="5654050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B0DD779D-162E-2342-9A43-6AF16DC450C5}"/>
              </a:ext>
            </a:extLst>
          </p:cNvPr>
          <p:cNvSpPr/>
          <p:nvPr/>
        </p:nvSpPr>
        <p:spPr>
          <a:xfrm rot="5400000">
            <a:off x="10692857" y="5707254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5" name="Oval 954">
            <a:extLst>
              <a:ext uri="{FF2B5EF4-FFF2-40B4-BE49-F238E27FC236}">
                <a16:creationId xmlns:a16="http://schemas.microsoft.com/office/drawing/2014/main" id="{3098FBC9-8846-6E31-411D-5C6D46FFE42B}"/>
              </a:ext>
            </a:extLst>
          </p:cNvPr>
          <p:cNvSpPr/>
          <p:nvPr/>
        </p:nvSpPr>
        <p:spPr>
          <a:xfrm rot="5400000">
            <a:off x="10675133" y="5787127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56" name="Straight Connector 955">
            <a:extLst>
              <a:ext uri="{FF2B5EF4-FFF2-40B4-BE49-F238E27FC236}">
                <a16:creationId xmlns:a16="http://schemas.microsoft.com/office/drawing/2014/main" id="{050BBF49-8DEA-190D-3793-3D6D06DECECD}"/>
              </a:ext>
            </a:extLst>
          </p:cNvPr>
          <p:cNvCxnSpPr>
            <a:cxnSpLocks/>
            <a:stCxn id="955" idx="0"/>
            <a:endCxn id="955" idx="4"/>
          </p:cNvCxnSpPr>
          <p:nvPr/>
        </p:nvCxnSpPr>
        <p:spPr>
          <a:xfrm rot="5400000">
            <a:off x="10700970" y="5787127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7" name="Oval 956">
            <a:extLst>
              <a:ext uri="{FF2B5EF4-FFF2-40B4-BE49-F238E27FC236}">
                <a16:creationId xmlns:a16="http://schemas.microsoft.com/office/drawing/2014/main" id="{74494654-D871-906E-582C-BAB4BE52FC2B}"/>
              </a:ext>
            </a:extLst>
          </p:cNvPr>
          <p:cNvSpPr/>
          <p:nvPr/>
        </p:nvSpPr>
        <p:spPr>
          <a:xfrm rot="5400000">
            <a:off x="10675133" y="5787127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1" name="Rectangle: Rounded Corners 940">
            <a:extLst>
              <a:ext uri="{FF2B5EF4-FFF2-40B4-BE49-F238E27FC236}">
                <a16:creationId xmlns:a16="http://schemas.microsoft.com/office/drawing/2014/main" id="{5E181AC3-F649-9899-9B38-48BEED9CD469}"/>
              </a:ext>
            </a:extLst>
          </p:cNvPr>
          <p:cNvSpPr/>
          <p:nvPr/>
        </p:nvSpPr>
        <p:spPr>
          <a:xfrm rot="5400000">
            <a:off x="10351924" y="5484781"/>
            <a:ext cx="166533" cy="35749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2" name="Straight Connector 941">
            <a:extLst>
              <a:ext uri="{FF2B5EF4-FFF2-40B4-BE49-F238E27FC236}">
                <a16:creationId xmlns:a16="http://schemas.microsoft.com/office/drawing/2014/main" id="{00DA72EC-9D42-FC9C-BE2C-0F041CAB3811}"/>
              </a:ext>
            </a:extLst>
          </p:cNvPr>
          <p:cNvCxnSpPr>
            <a:cxnSpLocks/>
          </p:cNvCxnSpPr>
          <p:nvPr/>
        </p:nvCxnSpPr>
        <p:spPr>
          <a:xfrm rot="5400000" flipH="1">
            <a:off x="10507364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Straight Connector 942">
            <a:extLst>
              <a:ext uri="{FF2B5EF4-FFF2-40B4-BE49-F238E27FC236}">
                <a16:creationId xmlns:a16="http://schemas.microsoft.com/office/drawing/2014/main" id="{846B8B97-0545-FD68-5B6A-CB53755E68E2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77336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Straight Connector 943">
            <a:extLst>
              <a:ext uri="{FF2B5EF4-FFF2-40B4-BE49-F238E27FC236}">
                <a16:creationId xmlns:a16="http://schemas.microsoft.com/office/drawing/2014/main" id="{2635D89C-0228-C5F1-A360-14BEFD1BB047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49469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Straight Connector 944">
            <a:extLst>
              <a:ext uri="{FF2B5EF4-FFF2-40B4-BE49-F238E27FC236}">
                <a16:creationId xmlns:a16="http://schemas.microsoft.com/office/drawing/2014/main" id="{658D3301-313C-1DD1-A1AF-8F6558E4103E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19440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Straight Connector 945">
            <a:extLst>
              <a:ext uri="{FF2B5EF4-FFF2-40B4-BE49-F238E27FC236}">
                <a16:creationId xmlns:a16="http://schemas.microsoft.com/office/drawing/2014/main" id="{3971C4E6-2E64-4811-EC46-DE47ABBAF884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91538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8AA40D72-0EB9-7B9D-7490-C08AC0607A57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61509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8" name="Straight Connector 947">
            <a:extLst>
              <a:ext uri="{FF2B5EF4-FFF2-40B4-BE49-F238E27FC236}">
                <a16:creationId xmlns:a16="http://schemas.microsoft.com/office/drawing/2014/main" id="{3D49C1C4-25F5-77BF-85BB-03ACACD4F6F0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33643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9" name="Straight Connector 948">
            <a:extLst>
              <a:ext uri="{FF2B5EF4-FFF2-40B4-BE49-F238E27FC236}">
                <a16:creationId xmlns:a16="http://schemas.microsoft.com/office/drawing/2014/main" id="{820C2296-0DB9-1269-4EE7-F1628F7BED15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03614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0" name="Straight Connector 949">
            <a:extLst>
              <a:ext uri="{FF2B5EF4-FFF2-40B4-BE49-F238E27FC236}">
                <a16:creationId xmlns:a16="http://schemas.microsoft.com/office/drawing/2014/main" id="{54A1C1BD-B9F5-30FF-D739-0666CBC8B16F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75729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Straight Connector 950">
            <a:extLst>
              <a:ext uri="{FF2B5EF4-FFF2-40B4-BE49-F238E27FC236}">
                <a16:creationId xmlns:a16="http://schemas.microsoft.com/office/drawing/2014/main" id="{227B4C15-460A-5D0C-DE59-70BC3F08FACE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47827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" name="Straight Connector 951">
            <a:extLst>
              <a:ext uri="{FF2B5EF4-FFF2-40B4-BE49-F238E27FC236}">
                <a16:creationId xmlns:a16="http://schemas.microsoft.com/office/drawing/2014/main" id="{14A37682-33C1-C403-450D-C00FA869EECE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17798" y="5663526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Straight Connector 935">
            <a:extLst>
              <a:ext uri="{FF2B5EF4-FFF2-40B4-BE49-F238E27FC236}">
                <a16:creationId xmlns:a16="http://schemas.microsoft.com/office/drawing/2014/main" id="{7E993A66-FE8F-DED7-EA28-8B5E9C636280}"/>
              </a:ext>
            </a:extLst>
          </p:cNvPr>
          <p:cNvCxnSpPr>
            <a:cxnSpLocks/>
          </p:cNvCxnSpPr>
          <p:nvPr/>
        </p:nvCxnSpPr>
        <p:spPr>
          <a:xfrm rot="5400000">
            <a:off x="10554859" y="584274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Straight Connector 936">
            <a:extLst>
              <a:ext uri="{FF2B5EF4-FFF2-40B4-BE49-F238E27FC236}">
                <a16:creationId xmlns:a16="http://schemas.microsoft.com/office/drawing/2014/main" id="{D57BEF81-606B-5262-1545-3D9DD6C9B229}"/>
              </a:ext>
            </a:extLst>
          </p:cNvPr>
          <p:cNvCxnSpPr>
            <a:cxnSpLocks/>
          </p:cNvCxnSpPr>
          <p:nvPr/>
        </p:nvCxnSpPr>
        <p:spPr>
          <a:xfrm rot="5400000">
            <a:off x="10465489" y="5842741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Straight Connector 937">
            <a:extLst>
              <a:ext uri="{FF2B5EF4-FFF2-40B4-BE49-F238E27FC236}">
                <a16:creationId xmlns:a16="http://schemas.microsoft.com/office/drawing/2014/main" id="{285CC9D3-3BA9-336C-CB73-2629A68FC828}"/>
              </a:ext>
            </a:extLst>
          </p:cNvPr>
          <p:cNvCxnSpPr>
            <a:cxnSpLocks/>
          </p:cNvCxnSpPr>
          <p:nvPr/>
        </p:nvCxnSpPr>
        <p:spPr>
          <a:xfrm rot="5400000">
            <a:off x="10510533" y="5842741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9" name="Straight Connector 938">
            <a:extLst>
              <a:ext uri="{FF2B5EF4-FFF2-40B4-BE49-F238E27FC236}">
                <a16:creationId xmlns:a16="http://schemas.microsoft.com/office/drawing/2014/main" id="{8DE3CF31-CB4A-2A46-B709-D764162D9928}"/>
              </a:ext>
            </a:extLst>
          </p:cNvPr>
          <p:cNvCxnSpPr>
            <a:cxnSpLocks/>
          </p:cNvCxnSpPr>
          <p:nvPr/>
        </p:nvCxnSpPr>
        <p:spPr>
          <a:xfrm rot="5400000">
            <a:off x="10511964" y="5778639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" name="Rectangle 939">
            <a:extLst>
              <a:ext uri="{FF2B5EF4-FFF2-40B4-BE49-F238E27FC236}">
                <a16:creationId xmlns:a16="http://schemas.microsoft.com/office/drawing/2014/main" id="{2A88D839-B725-5BEC-0455-435790D2643E}"/>
              </a:ext>
            </a:extLst>
          </p:cNvPr>
          <p:cNvSpPr/>
          <p:nvPr/>
        </p:nvSpPr>
        <p:spPr>
          <a:xfrm rot="5400000">
            <a:off x="10498791" y="5755460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1" name="Straight Connector 930">
            <a:extLst>
              <a:ext uri="{FF2B5EF4-FFF2-40B4-BE49-F238E27FC236}">
                <a16:creationId xmlns:a16="http://schemas.microsoft.com/office/drawing/2014/main" id="{69CBC7A9-3F4B-31AA-37A9-809E97E18F3D}"/>
              </a:ext>
            </a:extLst>
          </p:cNvPr>
          <p:cNvCxnSpPr>
            <a:cxnSpLocks/>
          </p:cNvCxnSpPr>
          <p:nvPr/>
        </p:nvCxnSpPr>
        <p:spPr>
          <a:xfrm rot="16200000">
            <a:off x="10438770" y="5925004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Straight Connector 931">
            <a:extLst>
              <a:ext uri="{FF2B5EF4-FFF2-40B4-BE49-F238E27FC236}">
                <a16:creationId xmlns:a16="http://schemas.microsoft.com/office/drawing/2014/main" id="{161C6447-AB5E-B57A-FDDA-EB1FBB8F1894}"/>
              </a:ext>
            </a:extLst>
          </p:cNvPr>
          <p:cNvCxnSpPr>
            <a:cxnSpLocks/>
          </p:cNvCxnSpPr>
          <p:nvPr/>
        </p:nvCxnSpPr>
        <p:spPr>
          <a:xfrm rot="16200000">
            <a:off x="10528140" y="5925003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Straight Connector 932">
            <a:extLst>
              <a:ext uri="{FF2B5EF4-FFF2-40B4-BE49-F238E27FC236}">
                <a16:creationId xmlns:a16="http://schemas.microsoft.com/office/drawing/2014/main" id="{B9C724BB-2503-1373-8906-4DD8490EEA85}"/>
              </a:ext>
            </a:extLst>
          </p:cNvPr>
          <p:cNvCxnSpPr>
            <a:cxnSpLocks/>
          </p:cNvCxnSpPr>
          <p:nvPr/>
        </p:nvCxnSpPr>
        <p:spPr>
          <a:xfrm rot="16200000">
            <a:off x="10483096" y="5925003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Straight Connector 933">
            <a:extLst>
              <a:ext uri="{FF2B5EF4-FFF2-40B4-BE49-F238E27FC236}">
                <a16:creationId xmlns:a16="http://schemas.microsoft.com/office/drawing/2014/main" id="{F3719900-8CC4-68AC-E3DA-36532292E23F}"/>
              </a:ext>
            </a:extLst>
          </p:cNvPr>
          <p:cNvCxnSpPr>
            <a:cxnSpLocks/>
          </p:cNvCxnSpPr>
          <p:nvPr/>
        </p:nvCxnSpPr>
        <p:spPr>
          <a:xfrm rot="16200000">
            <a:off x="10481665" y="5989105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5" name="Rectangle 934">
            <a:extLst>
              <a:ext uri="{FF2B5EF4-FFF2-40B4-BE49-F238E27FC236}">
                <a16:creationId xmlns:a16="http://schemas.microsoft.com/office/drawing/2014/main" id="{E91279CE-8650-00C7-7F64-BEEFAF36835B}"/>
              </a:ext>
            </a:extLst>
          </p:cNvPr>
          <p:cNvSpPr/>
          <p:nvPr/>
        </p:nvSpPr>
        <p:spPr>
          <a:xfrm rot="16200000">
            <a:off x="10472784" y="5900746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6" name="Straight Connector 925">
            <a:extLst>
              <a:ext uri="{FF2B5EF4-FFF2-40B4-BE49-F238E27FC236}">
                <a16:creationId xmlns:a16="http://schemas.microsoft.com/office/drawing/2014/main" id="{15116AD5-DFBE-1BC7-4225-6F63B1BCAFC6}"/>
              </a:ext>
            </a:extLst>
          </p:cNvPr>
          <p:cNvCxnSpPr>
            <a:cxnSpLocks/>
          </p:cNvCxnSpPr>
          <p:nvPr/>
        </p:nvCxnSpPr>
        <p:spPr>
          <a:xfrm rot="5400000">
            <a:off x="10321614" y="5885202"/>
            <a:ext cx="15084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Straight Connector 926">
            <a:extLst>
              <a:ext uri="{FF2B5EF4-FFF2-40B4-BE49-F238E27FC236}">
                <a16:creationId xmlns:a16="http://schemas.microsoft.com/office/drawing/2014/main" id="{095C447F-78F5-3AEB-1586-80DF382F2368}"/>
              </a:ext>
            </a:extLst>
          </p:cNvPr>
          <p:cNvCxnSpPr>
            <a:cxnSpLocks/>
          </p:cNvCxnSpPr>
          <p:nvPr/>
        </p:nvCxnSpPr>
        <p:spPr>
          <a:xfrm rot="5400000">
            <a:off x="10232243" y="5885203"/>
            <a:ext cx="150843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Connector 927">
            <a:extLst>
              <a:ext uri="{FF2B5EF4-FFF2-40B4-BE49-F238E27FC236}">
                <a16:creationId xmlns:a16="http://schemas.microsoft.com/office/drawing/2014/main" id="{20E8F11E-2650-58A0-E5B7-A716161F0958}"/>
              </a:ext>
            </a:extLst>
          </p:cNvPr>
          <p:cNvCxnSpPr>
            <a:cxnSpLocks/>
          </p:cNvCxnSpPr>
          <p:nvPr/>
        </p:nvCxnSpPr>
        <p:spPr>
          <a:xfrm rot="5400000">
            <a:off x="10264415" y="5885202"/>
            <a:ext cx="15084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Straight Connector 928">
            <a:extLst>
              <a:ext uri="{FF2B5EF4-FFF2-40B4-BE49-F238E27FC236}">
                <a16:creationId xmlns:a16="http://schemas.microsoft.com/office/drawing/2014/main" id="{81506C7E-D6D5-5FDF-8A20-58010FE26012}"/>
              </a:ext>
            </a:extLst>
          </p:cNvPr>
          <p:cNvCxnSpPr>
            <a:cxnSpLocks/>
          </p:cNvCxnSpPr>
          <p:nvPr/>
        </p:nvCxnSpPr>
        <p:spPr>
          <a:xfrm rot="5400000">
            <a:off x="10295722" y="5885365"/>
            <a:ext cx="152077" cy="91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0" name="Rectangle 929">
            <a:extLst>
              <a:ext uri="{FF2B5EF4-FFF2-40B4-BE49-F238E27FC236}">
                <a16:creationId xmlns:a16="http://schemas.microsoft.com/office/drawing/2014/main" id="{86657CBF-971B-AA8D-CE21-DB53ABCC3F72}"/>
              </a:ext>
            </a:extLst>
          </p:cNvPr>
          <p:cNvSpPr/>
          <p:nvPr/>
        </p:nvSpPr>
        <p:spPr>
          <a:xfrm rot="5400000">
            <a:off x="10304484" y="5829431"/>
            <a:ext cx="96442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046E7207-360C-AA89-A42F-AB1510F52BF6}"/>
              </a:ext>
            </a:extLst>
          </p:cNvPr>
          <p:cNvSpPr/>
          <p:nvPr/>
        </p:nvSpPr>
        <p:spPr>
          <a:xfrm rot="5400000">
            <a:off x="10851927" y="5314513"/>
            <a:ext cx="1174984" cy="624892"/>
          </a:xfrm>
          <a:prstGeom prst="rect">
            <a:avLst/>
          </a:prstGeom>
          <a:solidFill>
            <a:srgbClr val="6101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DB041B17-7E82-208B-07C3-352687A54EDD}"/>
              </a:ext>
            </a:extLst>
          </p:cNvPr>
          <p:cNvSpPr/>
          <p:nvPr/>
        </p:nvSpPr>
        <p:spPr>
          <a:xfrm rot="5400000">
            <a:off x="11487542" y="4983450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Oval 1071">
            <a:extLst>
              <a:ext uri="{FF2B5EF4-FFF2-40B4-BE49-F238E27FC236}">
                <a16:creationId xmlns:a16="http://schemas.microsoft.com/office/drawing/2014/main" id="{16F002DD-CE41-6811-32A8-30E77C35C822}"/>
              </a:ext>
            </a:extLst>
          </p:cNvPr>
          <p:cNvSpPr/>
          <p:nvPr/>
        </p:nvSpPr>
        <p:spPr>
          <a:xfrm rot="5400000">
            <a:off x="11589398" y="5069381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73" name="Straight Connector 1072">
            <a:extLst>
              <a:ext uri="{FF2B5EF4-FFF2-40B4-BE49-F238E27FC236}">
                <a16:creationId xmlns:a16="http://schemas.microsoft.com/office/drawing/2014/main" id="{18983E2F-3D0F-3887-A624-61B01C2DE9F9}"/>
              </a:ext>
            </a:extLst>
          </p:cNvPr>
          <p:cNvCxnSpPr>
            <a:cxnSpLocks/>
            <a:stCxn id="1072" idx="0"/>
            <a:endCxn id="1072" idx="4"/>
          </p:cNvCxnSpPr>
          <p:nvPr/>
        </p:nvCxnSpPr>
        <p:spPr>
          <a:xfrm rot="5400000">
            <a:off x="11624203" y="5069382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680C803C-385D-5399-B31D-36717B5DD5E3}"/>
              </a:ext>
            </a:extLst>
          </p:cNvPr>
          <p:cNvCxnSpPr>
            <a:cxnSpLocks/>
            <a:stCxn id="1072" idx="2"/>
            <a:endCxn id="1072" idx="6"/>
          </p:cNvCxnSpPr>
          <p:nvPr/>
        </p:nvCxnSpPr>
        <p:spPr>
          <a:xfrm rot="5400000">
            <a:off x="11589398" y="5106446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Oval 1074">
            <a:extLst>
              <a:ext uri="{FF2B5EF4-FFF2-40B4-BE49-F238E27FC236}">
                <a16:creationId xmlns:a16="http://schemas.microsoft.com/office/drawing/2014/main" id="{90683464-E3D1-FF2D-9350-FCB430E64C5D}"/>
              </a:ext>
            </a:extLst>
          </p:cNvPr>
          <p:cNvSpPr/>
          <p:nvPr/>
        </p:nvSpPr>
        <p:spPr>
          <a:xfrm rot="5400000">
            <a:off x="11589398" y="5069381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B8ED4A4C-16AC-CF50-F5C7-926A2102AB38}"/>
              </a:ext>
            </a:extLst>
          </p:cNvPr>
          <p:cNvSpPr/>
          <p:nvPr/>
        </p:nvSpPr>
        <p:spPr>
          <a:xfrm rot="5400000">
            <a:off x="11472875" y="5069381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69" name="Straight Connector 1068">
            <a:extLst>
              <a:ext uri="{FF2B5EF4-FFF2-40B4-BE49-F238E27FC236}">
                <a16:creationId xmlns:a16="http://schemas.microsoft.com/office/drawing/2014/main" id="{8F4FD35E-6F26-80AB-726F-CA63A0C533B0}"/>
              </a:ext>
            </a:extLst>
          </p:cNvPr>
          <p:cNvCxnSpPr>
            <a:cxnSpLocks/>
            <a:stCxn id="1068" idx="0"/>
            <a:endCxn id="1068" idx="4"/>
          </p:cNvCxnSpPr>
          <p:nvPr/>
        </p:nvCxnSpPr>
        <p:spPr>
          <a:xfrm rot="5400000">
            <a:off x="11507680" y="5069382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53D7D3F0-58A2-84BA-3D88-378923C7F9E7}"/>
              </a:ext>
            </a:extLst>
          </p:cNvPr>
          <p:cNvCxnSpPr>
            <a:cxnSpLocks/>
            <a:stCxn id="1068" idx="2"/>
            <a:endCxn id="1068" idx="6"/>
          </p:cNvCxnSpPr>
          <p:nvPr/>
        </p:nvCxnSpPr>
        <p:spPr>
          <a:xfrm rot="5400000">
            <a:off x="11472875" y="5106446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1" name="Oval 1070">
            <a:extLst>
              <a:ext uri="{FF2B5EF4-FFF2-40B4-BE49-F238E27FC236}">
                <a16:creationId xmlns:a16="http://schemas.microsoft.com/office/drawing/2014/main" id="{67FC27BC-9FA5-40F2-0FA0-89C73ED6A878}"/>
              </a:ext>
            </a:extLst>
          </p:cNvPr>
          <p:cNvSpPr/>
          <p:nvPr/>
        </p:nvSpPr>
        <p:spPr>
          <a:xfrm rot="5400000">
            <a:off x="11472875" y="5069381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8AC1ED04-5D12-E442-887E-E17B08F7F262}"/>
              </a:ext>
            </a:extLst>
          </p:cNvPr>
          <p:cNvSpPr/>
          <p:nvPr/>
        </p:nvSpPr>
        <p:spPr>
          <a:xfrm rot="16200000">
            <a:off x="11236404" y="6008405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Oval 1060">
            <a:extLst>
              <a:ext uri="{FF2B5EF4-FFF2-40B4-BE49-F238E27FC236}">
                <a16:creationId xmlns:a16="http://schemas.microsoft.com/office/drawing/2014/main" id="{DE48CE0D-3C83-4570-EED5-6B96F29C796C}"/>
              </a:ext>
            </a:extLst>
          </p:cNvPr>
          <p:cNvSpPr/>
          <p:nvPr/>
        </p:nvSpPr>
        <p:spPr>
          <a:xfrm rot="16200000">
            <a:off x="11217538" y="6110504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0A7FF705-50B1-EE35-547F-7BF1E2A96B21}"/>
              </a:ext>
            </a:extLst>
          </p:cNvPr>
          <p:cNvCxnSpPr>
            <a:cxnSpLocks/>
            <a:stCxn id="1061" idx="0"/>
            <a:endCxn id="1061" idx="4"/>
          </p:cNvCxnSpPr>
          <p:nvPr/>
        </p:nvCxnSpPr>
        <p:spPr>
          <a:xfrm rot="16200000">
            <a:off x="11252343" y="6110503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BF679A0F-7C6C-99F7-B012-C8856F8DD3BC}"/>
              </a:ext>
            </a:extLst>
          </p:cNvPr>
          <p:cNvCxnSpPr>
            <a:cxnSpLocks/>
            <a:stCxn id="1061" idx="2"/>
            <a:endCxn id="1061" idx="6"/>
          </p:cNvCxnSpPr>
          <p:nvPr/>
        </p:nvCxnSpPr>
        <p:spPr>
          <a:xfrm rot="16200000">
            <a:off x="11217538" y="6147568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" name="Oval 1063">
            <a:extLst>
              <a:ext uri="{FF2B5EF4-FFF2-40B4-BE49-F238E27FC236}">
                <a16:creationId xmlns:a16="http://schemas.microsoft.com/office/drawing/2014/main" id="{3A573617-F35B-11DE-377A-DD0A898FA32A}"/>
              </a:ext>
            </a:extLst>
          </p:cNvPr>
          <p:cNvSpPr/>
          <p:nvPr/>
        </p:nvSpPr>
        <p:spPr>
          <a:xfrm rot="16200000">
            <a:off x="11217538" y="6110504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7" name="Oval 1056">
            <a:extLst>
              <a:ext uri="{FF2B5EF4-FFF2-40B4-BE49-F238E27FC236}">
                <a16:creationId xmlns:a16="http://schemas.microsoft.com/office/drawing/2014/main" id="{567C4E58-3833-8D86-5C4D-5A686F15A92B}"/>
              </a:ext>
            </a:extLst>
          </p:cNvPr>
          <p:cNvSpPr/>
          <p:nvPr/>
        </p:nvSpPr>
        <p:spPr>
          <a:xfrm rot="16200000">
            <a:off x="11334060" y="6110504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E102B7F8-4392-ABB6-1CE7-1969EC5705CD}"/>
              </a:ext>
            </a:extLst>
          </p:cNvPr>
          <p:cNvCxnSpPr>
            <a:cxnSpLocks/>
            <a:stCxn id="1057" idx="0"/>
            <a:endCxn id="1057" idx="4"/>
          </p:cNvCxnSpPr>
          <p:nvPr/>
        </p:nvCxnSpPr>
        <p:spPr>
          <a:xfrm rot="16200000">
            <a:off x="11368865" y="6110503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D4FD73CF-B96C-A73E-A8DC-8602EE3BAF37}"/>
              </a:ext>
            </a:extLst>
          </p:cNvPr>
          <p:cNvCxnSpPr>
            <a:cxnSpLocks/>
            <a:stCxn id="1057" idx="2"/>
            <a:endCxn id="1057" idx="6"/>
          </p:cNvCxnSpPr>
          <p:nvPr/>
        </p:nvCxnSpPr>
        <p:spPr>
          <a:xfrm rot="16200000">
            <a:off x="11334060" y="6147568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Oval 1059">
            <a:extLst>
              <a:ext uri="{FF2B5EF4-FFF2-40B4-BE49-F238E27FC236}">
                <a16:creationId xmlns:a16="http://schemas.microsoft.com/office/drawing/2014/main" id="{C93EEA2A-1BBD-AFE4-C53B-4486AD3FEE3A}"/>
              </a:ext>
            </a:extLst>
          </p:cNvPr>
          <p:cNvSpPr/>
          <p:nvPr/>
        </p:nvSpPr>
        <p:spPr>
          <a:xfrm rot="16200000">
            <a:off x="11334060" y="6110504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2" name="Oval 1051">
            <a:extLst>
              <a:ext uri="{FF2B5EF4-FFF2-40B4-BE49-F238E27FC236}">
                <a16:creationId xmlns:a16="http://schemas.microsoft.com/office/drawing/2014/main" id="{3CCFAD12-4CC0-9708-28E3-B50F33A84536}"/>
              </a:ext>
            </a:extLst>
          </p:cNvPr>
          <p:cNvSpPr/>
          <p:nvPr/>
        </p:nvSpPr>
        <p:spPr>
          <a:xfrm rot="5400000">
            <a:off x="11151587" y="5073383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Chord 1052">
            <a:extLst>
              <a:ext uri="{FF2B5EF4-FFF2-40B4-BE49-F238E27FC236}">
                <a16:creationId xmlns:a16="http://schemas.microsoft.com/office/drawing/2014/main" id="{D3FC07CF-801C-B1E9-14E9-84C0D4887536}"/>
              </a:ext>
            </a:extLst>
          </p:cNvPr>
          <p:cNvSpPr/>
          <p:nvPr/>
        </p:nvSpPr>
        <p:spPr>
          <a:xfrm rot="5400000">
            <a:off x="11152498" y="5077532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BBE04ED9-2B7C-BD54-80FF-39D2F53ACF76}"/>
              </a:ext>
            </a:extLst>
          </p:cNvPr>
          <p:cNvSpPr/>
          <p:nvPr/>
        </p:nvSpPr>
        <p:spPr>
          <a:xfrm rot="5400000">
            <a:off x="11497550" y="5882554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Chord 1050">
            <a:extLst>
              <a:ext uri="{FF2B5EF4-FFF2-40B4-BE49-F238E27FC236}">
                <a16:creationId xmlns:a16="http://schemas.microsoft.com/office/drawing/2014/main" id="{B4B60BA0-CC30-185F-8F47-F5755760B252}"/>
              </a:ext>
            </a:extLst>
          </p:cNvPr>
          <p:cNvSpPr/>
          <p:nvPr/>
        </p:nvSpPr>
        <p:spPr>
          <a:xfrm rot="5400000">
            <a:off x="11498461" y="5886703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77230D89-F500-4A67-9388-2485D7580A1A}"/>
              </a:ext>
            </a:extLst>
          </p:cNvPr>
          <p:cNvCxnSpPr>
            <a:cxnSpLocks/>
          </p:cNvCxnSpPr>
          <p:nvPr/>
        </p:nvCxnSpPr>
        <p:spPr>
          <a:xfrm rot="5400000">
            <a:off x="11588978" y="5289406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8" name="Straight Connector 997">
            <a:extLst>
              <a:ext uri="{FF2B5EF4-FFF2-40B4-BE49-F238E27FC236}">
                <a16:creationId xmlns:a16="http://schemas.microsoft.com/office/drawing/2014/main" id="{7D7C4D74-43CE-F2FE-F313-6FB583A1E7CD}"/>
              </a:ext>
            </a:extLst>
          </p:cNvPr>
          <p:cNvCxnSpPr>
            <a:cxnSpLocks/>
          </p:cNvCxnSpPr>
          <p:nvPr/>
        </p:nvCxnSpPr>
        <p:spPr>
          <a:xfrm rot="5400000">
            <a:off x="11542504" y="5288414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Straight Connector 998">
            <a:extLst>
              <a:ext uri="{FF2B5EF4-FFF2-40B4-BE49-F238E27FC236}">
                <a16:creationId xmlns:a16="http://schemas.microsoft.com/office/drawing/2014/main" id="{E4CD4798-8A24-AAAF-428E-FFFAB407AF05}"/>
              </a:ext>
            </a:extLst>
          </p:cNvPr>
          <p:cNvCxnSpPr>
            <a:cxnSpLocks/>
          </p:cNvCxnSpPr>
          <p:nvPr/>
        </p:nvCxnSpPr>
        <p:spPr>
          <a:xfrm rot="5400000">
            <a:off x="11501751" y="5288414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Straight Connector 999">
            <a:extLst>
              <a:ext uri="{FF2B5EF4-FFF2-40B4-BE49-F238E27FC236}">
                <a16:creationId xmlns:a16="http://schemas.microsoft.com/office/drawing/2014/main" id="{C8A633C2-F473-1518-E24F-3829F0CF9C9B}"/>
              </a:ext>
            </a:extLst>
          </p:cNvPr>
          <p:cNvCxnSpPr>
            <a:cxnSpLocks/>
          </p:cNvCxnSpPr>
          <p:nvPr/>
        </p:nvCxnSpPr>
        <p:spPr>
          <a:xfrm rot="5400000">
            <a:off x="11455277" y="5287423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Connector 1000">
            <a:extLst>
              <a:ext uri="{FF2B5EF4-FFF2-40B4-BE49-F238E27FC236}">
                <a16:creationId xmlns:a16="http://schemas.microsoft.com/office/drawing/2014/main" id="{98E39005-6EEA-2F57-6EBA-132909DC7DFD}"/>
              </a:ext>
            </a:extLst>
          </p:cNvPr>
          <p:cNvCxnSpPr>
            <a:cxnSpLocks/>
          </p:cNvCxnSpPr>
          <p:nvPr/>
        </p:nvCxnSpPr>
        <p:spPr>
          <a:xfrm rot="5400000">
            <a:off x="11415435" y="5288084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5791EC10-6C4F-BD7E-1798-D81AB1109E41}"/>
              </a:ext>
            </a:extLst>
          </p:cNvPr>
          <p:cNvSpPr/>
          <p:nvPr/>
        </p:nvSpPr>
        <p:spPr>
          <a:xfrm rot="5400000">
            <a:off x="11508236" y="5389177"/>
            <a:ext cx="89928" cy="256385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4F8DE408-277C-3157-AC96-10C9471D6834}"/>
              </a:ext>
            </a:extLst>
          </p:cNvPr>
          <p:cNvSpPr/>
          <p:nvPr/>
        </p:nvSpPr>
        <p:spPr>
          <a:xfrm rot="5400000">
            <a:off x="11444778" y="5300034"/>
            <a:ext cx="220062" cy="2596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B6DFBF7E-19B1-EFB6-A734-130D158470F0}"/>
              </a:ext>
            </a:extLst>
          </p:cNvPr>
          <p:cNvSpPr/>
          <p:nvPr/>
        </p:nvSpPr>
        <p:spPr>
          <a:xfrm rot="5400000">
            <a:off x="11215618" y="5328843"/>
            <a:ext cx="67394" cy="213907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27B55142-A6DF-ECF5-81B0-D6D68D954436}"/>
              </a:ext>
            </a:extLst>
          </p:cNvPr>
          <p:cNvSpPr/>
          <p:nvPr/>
        </p:nvSpPr>
        <p:spPr>
          <a:xfrm rot="5400000">
            <a:off x="11183083" y="5348896"/>
            <a:ext cx="134817" cy="173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E7687158-4A83-B981-8E37-761CB7B4D672}"/>
              </a:ext>
            </a:extLst>
          </p:cNvPr>
          <p:cNvSpPr/>
          <p:nvPr/>
        </p:nvSpPr>
        <p:spPr>
          <a:xfrm rot="5400000">
            <a:off x="11589572" y="5573351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Oval 1044">
            <a:extLst>
              <a:ext uri="{FF2B5EF4-FFF2-40B4-BE49-F238E27FC236}">
                <a16:creationId xmlns:a16="http://schemas.microsoft.com/office/drawing/2014/main" id="{7DCD7755-85E7-8ECF-310E-5820A3B80626}"/>
              </a:ext>
            </a:extLst>
          </p:cNvPr>
          <p:cNvSpPr/>
          <p:nvPr/>
        </p:nvSpPr>
        <p:spPr>
          <a:xfrm rot="5400000">
            <a:off x="11571848" y="5653224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875FB135-03A2-EA85-F883-200CBCAF40C0}"/>
              </a:ext>
            </a:extLst>
          </p:cNvPr>
          <p:cNvCxnSpPr>
            <a:cxnSpLocks/>
            <a:stCxn id="1045" idx="0"/>
            <a:endCxn id="1045" idx="4"/>
          </p:cNvCxnSpPr>
          <p:nvPr/>
        </p:nvCxnSpPr>
        <p:spPr>
          <a:xfrm rot="5400000">
            <a:off x="11597685" y="5653224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Oval 1046">
            <a:extLst>
              <a:ext uri="{FF2B5EF4-FFF2-40B4-BE49-F238E27FC236}">
                <a16:creationId xmlns:a16="http://schemas.microsoft.com/office/drawing/2014/main" id="{63572109-A50A-7713-0F93-7DD9D01C0229}"/>
              </a:ext>
            </a:extLst>
          </p:cNvPr>
          <p:cNvSpPr/>
          <p:nvPr/>
        </p:nvSpPr>
        <p:spPr>
          <a:xfrm rot="5400000">
            <a:off x="11571848" y="5653224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07C95085-ED0B-984C-FFE3-DAFAEAECA9BE}"/>
              </a:ext>
            </a:extLst>
          </p:cNvPr>
          <p:cNvSpPr/>
          <p:nvPr/>
        </p:nvSpPr>
        <p:spPr>
          <a:xfrm rot="5400000">
            <a:off x="11586602" y="5706428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6474B39D-D83E-40ED-AF93-EB5C771D2724}"/>
              </a:ext>
            </a:extLst>
          </p:cNvPr>
          <p:cNvSpPr/>
          <p:nvPr/>
        </p:nvSpPr>
        <p:spPr>
          <a:xfrm rot="5400000">
            <a:off x="11568878" y="5786301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5D49D5FB-F10D-452A-F68D-6E5D2E683AC6}"/>
              </a:ext>
            </a:extLst>
          </p:cNvPr>
          <p:cNvCxnSpPr>
            <a:cxnSpLocks/>
            <a:stCxn id="1040" idx="0"/>
            <a:endCxn id="1040" idx="4"/>
          </p:cNvCxnSpPr>
          <p:nvPr/>
        </p:nvCxnSpPr>
        <p:spPr>
          <a:xfrm rot="5400000">
            <a:off x="11594715" y="5786301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Oval 1041">
            <a:extLst>
              <a:ext uri="{FF2B5EF4-FFF2-40B4-BE49-F238E27FC236}">
                <a16:creationId xmlns:a16="http://schemas.microsoft.com/office/drawing/2014/main" id="{5B37CF0D-E5B8-BC4C-1246-EB7DC34B7FAC}"/>
              </a:ext>
            </a:extLst>
          </p:cNvPr>
          <p:cNvSpPr/>
          <p:nvPr/>
        </p:nvSpPr>
        <p:spPr>
          <a:xfrm rot="5400000">
            <a:off x="11568878" y="5786301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Rectangle: Rounded Corners 1025">
            <a:extLst>
              <a:ext uri="{FF2B5EF4-FFF2-40B4-BE49-F238E27FC236}">
                <a16:creationId xmlns:a16="http://schemas.microsoft.com/office/drawing/2014/main" id="{DB89BAA6-D839-4BD5-20A3-206EC9A3F996}"/>
              </a:ext>
            </a:extLst>
          </p:cNvPr>
          <p:cNvSpPr/>
          <p:nvPr/>
        </p:nvSpPr>
        <p:spPr>
          <a:xfrm rot="5400000">
            <a:off x="11245669" y="5483955"/>
            <a:ext cx="166533" cy="35749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35F5728A-5A0A-82CA-6B4C-9327CBC1403C}"/>
              </a:ext>
            </a:extLst>
          </p:cNvPr>
          <p:cNvCxnSpPr>
            <a:cxnSpLocks/>
          </p:cNvCxnSpPr>
          <p:nvPr/>
        </p:nvCxnSpPr>
        <p:spPr>
          <a:xfrm rot="5400000" flipH="1">
            <a:off x="11401109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5B72BEAD-1872-0013-A20A-10DF4875FBA4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71081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250A6C0F-D871-D650-2CBD-63CB04479486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43214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32F0B849-292E-33F0-A9A9-42937A1176DC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13185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6CE9DC43-70B3-8E81-30B2-E59276D7AE38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85283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1FE95428-3AE8-92F2-24C7-198C5967BDEF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55254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0479EFD-EB83-D7A8-3E10-C6313F3B536F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27388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18CBD14C-09DF-AFEA-BFB2-12EC1284BEA2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97359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B01537F-2952-0F4C-F2A4-3CD4CC9C2018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69474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C49775DC-535C-71E5-EF74-13A363B4370E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41572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14DCDF06-3F93-F3AB-4866-C185A9D86364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11543" y="5662700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Connector 1020">
            <a:extLst>
              <a:ext uri="{FF2B5EF4-FFF2-40B4-BE49-F238E27FC236}">
                <a16:creationId xmlns:a16="http://schemas.microsoft.com/office/drawing/2014/main" id="{D2BE618E-727C-F80B-5811-CF60B06B8E15}"/>
              </a:ext>
            </a:extLst>
          </p:cNvPr>
          <p:cNvCxnSpPr>
            <a:cxnSpLocks/>
          </p:cNvCxnSpPr>
          <p:nvPr/>
        </p:nvCxnSpPr>
        <p:spPr>
          <a:xfrm rot="5400000">
            <a:off x="11448604" y="5841914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Straight Connector 1021">
            <a:extLst>
              <a:ext uri="{FF2B5EF4-FFF2-40B4-BE49-F238E27FC236}">
                <a16:creationId xmlns:a16="http://schemas.microsoft.com/office/drawing/2014/main" id="{12C8EF66-B1E0-785B-0AAE-C1AB7B34F057}"/>
              </a:ext>
            </a:extLst>
          </p:cNvPr>
          <p:cNvCxnSpPr>
            <a:cxnSpLocks/>
          </p:cNvCxnSpPr>
          <p:nvPr/>
        </p:nvCxnSpPr>
        <p:spPr>
          <a:xfrm rot="5400000">
            <a:off x="11359234" y="5841915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Straight Connector 1022">
            <a:extLst>
              <a:ext uri="{FF2B5EF4-FFF2-40B4-BE49-F238E27FC236}">
                <a16:creationId xmlns:a16="http://schemas.microsoft.com/office/drawing/2014/main" id="{31E6BC56-1D16-4536-2C95-F9F799271F77}"/>
              </a:ext>
            </a:extLst>
          </p:cNvPr>
          <p:cNvCxnSpPr>
            <a:cxnSpLocks/>
          </p:cNvCxnSpPr>
          <p:nvPr/>
        </p:nvCxnSpPr>
        <p:spPr>
          <a:xfrm rot="5400000">
            <a:off x="11404278" y="5841915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6BB18CA3-F437-B42C-5014-6F156D42A1F1}"/>
              </a:ext>
            </a:extLst>
          </p:cNvPr>
          <p:cNvCxnSpPr>
            <a:cxnSpLocks/>
          </p:cNvCxnSpPr>
          <p:nvPr/>
        </p:nvCxnSpPr>
        <p:spPr>
          <a:xfrm rot="5400000">
            <a:off x="11405709" y="5777813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27C249C0-A100-2D7B-93F7-2C1E5DE7523B}"/>
              </a:ext>
            </a:extLst>
          </p:cNvPr>
          <p:cNvSpPr/>
          <p:nvPr/>
        </p:nvSpPr>
        <p:spPr>
          <a:xfrm rot="5400000">
            <a:off x="11392536" y="5754634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6" name="Straight Connector 1015">
            <a:extLst>
              <a:ext uri="{FF2B5EF4-FFF2-40B4-BE49-F238E27FC236}">
                <a16:creationId xmlns:a16="http://schemas.microsoft.com/office/drawing/2014/main" id="{33849348-851F-180F-1434-7A11FAC13368}"/>
              </a:ext>
            </a:extLst>
          </p:cNvPr>
          <p:cNvCxnSpPr>
            <a:cxnSpLocks/>
          </p:cNvCxnSpPr>
          <p:nvPr/>
        </p:nvCxnSpPr>
        <p:spPr>
          <a:xfrm rot="16200000">
            <a:off x="11332515" y="5924178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E1F8A429-2342-D922-8B76-22BC75A135EE}"/>
              </a:ext>
            </a:extLst>
          </p:cNvPr>
          <p:cNvCxnSpPr>
            <a:cxnSpLocks/>
          </p:cNvCxnSpPr>
          <p:nvPr/>
        </p:nvCxnSpPr>
        <p:spPr>
          <a:xfrm rot="16200000">
            <a:off x="11421885" y="5924177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Connector 1017">
            <a:extLst>
              <a:ext uri="{FF2B5EF4-FFF2-40B4-BE49-F238E27FC236}">
                <a16:creationId xmlns:a16="http://schemas.microsoft.com/office/drawing/2014/main" id="{8672537D-7C55-59EF-8DC3-D84F31C6F9F0}"/>
              </a:ext>
            </a:extLst>
          </p:cNvPr>
          <p:cNvCxnSpPr>
            <a:cxnSpLocks/>
          </p:cNvCxnSpPr>
          <p:nvPr/>
        </p:nvCxnSpPr>
        <p:spPr>
          <a:xfrm rot="16200000">
            <a:off x="11376841" y="5924177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A94530F4-D255-2C8C-CA4B-757C24690185}"/>
              </a:ext>
            </a:extLst>
          </p:cNvPr>
          <p:cNvCxnSpPr>
            <a:cxnSpLocks/>
          </p:cNvCxnSpPr>
          <p:nvPr/>
        </p:nvCxnSpPr>
        <p:spPr>
          <a:xfrm rot="16200000">
            <a:off x="11375410" y="5988279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928E807D-DFCB-A2E4-9A48-D78E7918903C}"/>
              </a:ext>
            </a:extLst>
          </p:cNvPr>
          <p:cNvSpPr/>
          <p:nvPr/>
        </p:nvSpPr>
        <p:spPr>
          <a:xfrm rot="16200000">
            <a:off x="11366529" y="5899920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1" name="Straight Connector 1010">
            <a:extLst>
              <a:ext uri="{FF2B5EF4-FFF2-40B4-BE49-F238E27FC236}">
                <a16:creationId xmlns:a16="http://schemas.microsoft.com/office/drawing/2014/main" id="{7E8D29DF-5533-9623-5C04-05D0AD52939D}"/>
              </a:ext>
            </a:extLst>
          </p:cNvPr>
          <p:cNvCxnSpPr>
            <a:cxnSpLocks/>
          </p:cNvCxnSpPr>
          <p:nvPr/>
        </p:nvCxnSpPr>
        <p:spPr>
          <a:xfrm rot="5400000">
            <a:off x="11215359" y="5884376"/>
            <a:ext cx="15084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1011">
            <a:extLst>
              <a:ext uri="{FF2B5EF4-FFF2-40B4-BE49-F238E27FC236}">
                <a16:creationId xmlns:a16="http://schemas.microsoft.com/office/drawing/2014/main" id="{9977241F-114C-EEE8-D5EC-ED3377F031E1}"/>
              </a:ext>
            </a:extLst>
          </p:cNvPr>
          <p:cNvCxnSpPr>
            <a:cxnSpLocks/>
          </p:cNvCxnSpPr>
          <p:nvPr/>
        </p:nvCxnSpPr>
        <p:spPr>
          <a:xfrm rot="5400000">
            <a:off x="11125988" y="5884377"/>
            <a:ext cx="150843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4DF05F7A-1D6B-08FE-092A-0FFCB260E73B}"/>
              </a:ext>
            </a:extLst>
          </p:cNvPr>
          <p:cNvCxnSpPr>
            <a:cxnSpLocks/>
          </p:cNvCxnSpPr>
          <p:nvPr/>
        </p:nvCxnSpPr>
        <p:spPr>
          <a:xfrm rot="5400000">
            <a:off x="11158160" y="5884376"/>
            <a:ext cx="15084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E0087F2E-EA1F-D6BA-7F96-9B1D0E612712}"/>
              </a:ext>
            </a:extLst>
          </p:cNvPr>
          <p:cNvCxnSpPr>
            <a:cxnSpLocks/>
          </p:cNvCxnSpPr>
          <p:nvPr/>
        </p:nvCxnSpPr>
        <p:spPr>
          <a:xfrm rot="5400000">
            <a:off x="11189467" y="5884539"/>
            <a:ext cx="152077" cy="91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AB1FB808-B133-E4BD-8757-FDA31FCB3E57}"/>
              </a:ext>
            </a:extLst>
          </p:cNvPr>
          <p:cNvSpPr/>
          <p:nvPr/>
        </p:nvSpPr>
        <p:spPr>
          <a:xfrm rot="5400000">
            <a:off x="11198229" y="5828605"/>
            <a:ext cx="96442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7" name="Rectangle 1246">
            <a:extLst>
              <a:ext uri="{FF2B5EF4-FFF2-40B4-BE49-F238E27FC236}">
                <a16:creationId xmlns:a16="http://schemas.microsoft.com/office/drawing/2014/main" id="{864C2813-BD06-71A6-E508-3965135A2727}"/>
              </a:ext>
            </a:extLst>
          </p:cNvPr>
          <p:cNvSpPr/>
          <p:nvPr/>
        </p:nvSpPr>
        <p:spPr>
          <a:xfrm rot="5400000">
            <a:off x="9945669" y="3092756"/>
            <a:ext cx="1174984" cy="624892"/>
          </a:xfrm>
          <a:prstGeom prst="rect">
            <a:avLst/>
          </a:prstGeom>
          <a:solidFill>
            <a:srgbClr val="6101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D0204852-1AC8-3E6F-1F85-F4F2FF1DD48B}"/>
              </a:ext>
            </a:extLst>
          </p:cNvPr>
          <p:cNvSpPr/>
          <p:nvPr/>
        </p:nvSpPr>
        <p:spPr>
          <a:xfrm rot="5400000">
            <a:off x="10581284" y="2761693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7" name="Oval 1326">
            <a:extLst>
              <a:ext uri="{FF2B5EF4-FFF2-40B4-BE49-F238E27FC236}">
                <a16:creationId xmlns:a16="http://schemas.microsoft.com/office/drawing/2014/main" id="{C6C324DF-A042-5102-4CD1-160B9B20A29E}"/>
              </a:ext>
            </a:extLst>
          </p:cNvPr>
          <p:cNvSpPr/>
          <p:nvPr/>
        </p:nvSpPr>
        <p:spPr>
          <a:xfrm rot="5400000">
            <a:off x="10683140" y="2847624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8" name="Straight Connector 1327">
            <a:extLst>
              <a:ext uri="{FF2B5EF4-FFF2-40B4-BE49-F238E27FC236}">
                <a16:creationId xmlns:a16="http://schemas.microsoft.com/office/drawing/2014/main" id="{60B0275B-00B3-4F56-58EB-AE2A24CE809C}"/>
              </a:ext>
            </a:extLst>
          </p:cNvPr>
          <p:cNvCxnSpPr>
            <a:cxnSpLocks/>
            <a:stCxn id="1327" idx="0"/>
            <a:endCxn id="1327" idx="4"/>
          </p:cNvCxnSpPr>
          <p:nvPr/>
        </p:nvCxnSpPr>
        <p:spPr>
          <a:xfrm rot="5400000">
            <a:off x="10717945" y="2847625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Straight Connector 1328">
            <a:extLst>
              <a:ext uri="{FF2B5EF4-FFF2-40B4-BE49-F238E27FC236}">
                <a16:creationId xmlns:a16="http://schemas.microsoft.com/office/drawing/2014/main" id="{EA7BB5C6-124A-B256-5B79-E85F40DDE4A1}"/>
              </a:ext>
            </a:extLst>
          </p:cNvPr>
          <p:cNvCxnSpPr>
            <a:cxnSpLocks/>
            <a:stCxn id="1327" idx="2"/>
            <a:endCxn id="1327" idx="6"/>
          </p:cNvCxnSpPr>
          <p:nvPr/>
        </p:nvCxnSpPr>
        <p:spPr>
          <a:xfrm rot="5400000">
            <a:off x="10683140" y="2884689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" name="Oval 1329">
            <a:extLst>
              <a:ext uri="{FF2B5EF4-FFF2-40B4-BE49-F238E27FC236}">
                <a16:creationId xmlns:a16="http://schemas.microsoft.com/office/drawing/2014/main" id="{6F82B1F0-A1E5-3F96-FB7D-DC5BD887B74F}"/>
              </a:ext>
            </a:extLst>
          </p:cNvPr>
          <p:cNvSpPr/>
          <p:nvPr/>
        </p:nvSpPr>
        <p:spPr>
          <a:xfrm rot="5400000">
            <a:off x="10683140" y="2847624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3" name="Oval 1322">
            <a:extLst>
              <a:ext uri="{FF2B5EF4-FFF2-40B4-BE49-F238E27FC236}">
                <a16:creationId xmlns:a16="http://schemas.microsoft.com/office/drawing/2014/main" id="{762332D6-8813-D3F4-818D-C65692AB72B6}"/>
              </a:ext>
            </a:extLst>
          </p:cNvPr>
          <p:cNvSpPr/>
          <p:nvPr/>
        </p:nvSpPr>
        <p:spPr>
          <a:xfrm rot="5400000">
            <a:off x="10566617" y="2847624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4" name="Straight Connector 1323">
            <a:extLst>
              <a:ext uri="{FF2B5EF4-FFF2-40B4-BE49-F238E27FC236}">
                <a16:creationId xmlns:a16="http://schemas.microsoft.com/office/drawing/2014/main" id="{2216AA9C-AB98-2234-CFEE-76C80EDA8E60}"/>
              </a:ext>
            </a:extLst>
          </p:cNvPr>
          <p:cNvCxnSpPr>
            <a:cxnSpLocks/>
            <a:stCxn id="1323" idx="0"/>
            <a:endCxn id="1323" idx="4"/>
          </p:cNvCxnSpPr>
          <p:nvPr/>
        </p:nvCxnSpPr>
        <p:spPr>
          <a:xfrm rot="5400000">
            <a:off x="10601422" y="2847625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Straight Connector 1324">
            <a:extLst>
              <a:ext uri="{FF2B5EF4-FFF2-40B4-BE49-F238E27FC236}">
                <a16:creationId xmlns:a16="http://schemas.microsoft.com/office/drawing/2014/main" id="{02FC3DA0-0156-56A5-1DFA-958DF4A39B00}"/>
              </a:ext>
            </a:extLst>
          </p:cNvPr>
          <p:cNvCxnSpPr>
            <a:cxnSpLocks/>
            <a:stCxn id="1323" idx="2"/>
            <a:endCxn id="1323" idx="6"/>
          </p:cNvCxnSpPr>
          <p:nvPr/>
        </p:nvCxnSpPr>
        <p:spPr>
          <a:xfrm rot="5400000">
            <a:off x="10566617" y="2884689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6" name="Oval 1325">
            <a:extLst>
              <a:ext uri="{FF2B5EF4-FFF2-40B4-BE49-F238E27FC236}">
                <a16:creationId xmlns:a16="http://schemas.microsoft.com/office/drawing/2014/main" id="{52A6E356-1D76-EBBC-8C76-23CF388ED1D4}"/>
              </a:ext>
            </a:extLst>
          </p:cNvPr>
          <p:cNvSpPr/>
          <p:nvPr/>
        </p:nvSpPr>
        <p:spPr>
          <a:xfrm rot="5400000">
            <a:off x="10566617" y="2847624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9A6F7B1A-4255-199E-0AB5-5159DC6D4056}"/>
              </a:ext>
            </a:extLst>
          </p:cNvPr>
          <p:cNvSpPr/>
          <p:nvPr/>
        </p:nvSpPr>
        <p:spPr>
          <a:xfrm rot="16200000">
            <a:off x="10330146" y="3786648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6" name="Oval 1315">
            <a:extLst>
              <a:ext uri="{FF2B5EF4-FFF2-40B4-BE49-F238E27FC236}">
                <a16:creationId xmlns:a16="http://schemas.microsoft.com/office/drawing/2014/main" id="{378D2CCE-11B1-B304-7D7D-FD1BE824004D}"/>
              </a:ext>
            </a:extLst>
          </p:cNvPr>
          <p:cNvSpPr/>
          <p:nvPr/>
        </p:nvSpPr>
        <p:spPr>
          <a:xfrm rot="16200000">
            <a:off x="10311280" y="3888747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17" name="Straight Connector 1316">
            <a:extLst>
              <a:ext uri="{FF2B5EF4-FFF2-40B4-BE49-F238E27FC236}">
                <a16:creationId xmlns:a16="http://schemas.microsoft.com/office/drawing/2014/main" id="{5DEDF840-B10D-EC3E-A92C-339272AF2D5C}"/>
              </a:ext>
            </a:extLst>
          </p:cNvPr>
          <p:cNvCxnSpPr>
            <a:cxnSpLocks/>
            <a:stCxn id="1316" idx="0"/>
            <a:endCxn id="1316" idx="4"/>
          </p:cNvCxnSpPr>
          <p:nvPr/>
        </p:nvCxnSpPr>
        <p:spPr>
          <a:xfrm rot="16200000">
            <a:off x="10346085" y="3888746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8" name="Straight Connector 1317">
            <a:extLst>
              <a:ext uri="{FF2B5EF4-FFF2-40B4-BE49-F238E27FC236}">
                <a16:creationId xmlns:a16="http://schemas.microsoft.com/office/drawing/2014/main" id="{78F6275C-8C43-9990-12EF-0205107A1E1E}"/>
              </a:ext>
            </a:extLst>
          </p:cNvPr>
          <p:cNvCxnSpPr>
            <a:cxnSpLocks/>
            <a:stCxn id="1316" idx="2"/>
            <a:endCxn id="1316" idx="6"/>
          </p:cNvCxnSpPr>
          <p:nvPr/>
        </p:nvCxnSpPr>
        <p:spPr>
          <a:xfrm rot="16200000">
            <a:off x="10311280" y="3925811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9" name="Oval 1318">
            <a:extLst>
              <a:ext uri="{FF2B5EF4-FFF2-40B4-BE49-F238E27FC236}">
                <a16:creationId xmlns:a16="http://schemas.microsoft.com/office/drawing/2014/main" id="{385FE086-66CA-9194-4D13-8251B853E611}"/>
              </a:ext>
            </a:extLst>
          </p:cNvPr>
          <p:cNvSpPr/>
          <p:nvPr/>
        </p:nvSpPr>
        <p:spPr>
          <a:xfrm rot="16200000">
            <a:off x="10311280" y="3888747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2" name="Oval 1311">
            <a:extLst>
              <a:ext uri="{FF2B5EF4-FFF2-40B4-BE49-F238E27FC236}">
                <a16:creationId xmlns:a16="http://schemas.microsoft.com/office/drawing/2014/main" id="{E9411A49-73CD-99D8-75AA-7130B586C78B}"/>
              </a:ext>
            </a:extLst>
          </p:cNvPr>
          <p:cNvSpPr/>
          <p:nvPr/>
        </p:nvSpPr>
        <p:spPr>
          <a:xfrm rot="16200000">
            <a:off x="10427802" y="3888747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13" name="Straight Connector 1312">
            <a:extLst>
              <a:ext uri="{FF2B5EF4-FFF2-40B4-BE49-F238E27FC236}">
                <a16:creationId xmlns:a16="http://schemas.microsoft.com/office/drawing/2014/main" id="{6AF6BCC9-40E6-D993-5DDC-039E36B5FD1B}"/>
              </a:ext>
            </a:extLst>
          </p:cNvPr>
          <p:cNvCxnSpPr>
            <a:cxnSpLocks/>
            <a:stCxn id="1312" idx="0"/>
            <a:endCxn id="1312" idx="4"/>
          </p:cNvCxnSpPr>
          <p:nvPr/>
        </p:nvCxnSpPr>
        <p:spPr>
          <a:xfrm rot="16200000">
            <a:off x="10462607" y="3888746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>
            <a:extLst>
              <a:ext uri="{FF2B5EF4-FFF2-40B4-BE49-F238E27FC236}">
                <a16:creationId xmlns:a16="http://schemas.microsoft.com/office/drawing/2014/main" id="{5AF11C24-09C2-EC45-3CB6-67B405261C21}"/>
              </a:ext>
            </a:extLst>
          </p:cNvPr>
          <p:cNvCxnSpPr>
            <a:cxnSpLocks/>
            <a:stCxn id="1312" idx="2"/>
            <a:endCxn id="1312" idx="6"/>
          </p:cNvCxnSpPr>
          <p:nvPr/>
        </p:nvCxnSpPr>
        <p:spPr>
          <a:xfrm rot="16200000">
            <a:off x="10427802" y="3925811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5" name="Oval 1314">
            <a:extLst>
              <a:ext uri="{FF2B5EF4-FFF2-40B4-BE49-F238E27FC236}">
                <a16:creationId xmlns:a16="http://schemas.microsoft.com/office/drawing/2014/main" id="{8687E09A-CB36-8472-C583-54F69BD0FB3E}"/>
              </a:ext>
            </a:extLst>
          </p:cNvPr>
          <p:cNvSpPr/>
          <p:nvPr/>
        </p:nvSpPr>
        <p:spPr>
          <a:xfrm rot="16200000">
            <a:off x="10427802" y="3888747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7" name="Oval 1306">
            <a:extLst>
              <a:ext uri="{FF2B5EF4-FFF2-40B4-BE49-F238E27FC236}">
                <a16:creationId xmlns:a16="http://schemas.microsoft.com/office/drawing/2014/main" id="{43FCB414-963A-EBA0-9E40-9930FED1F272}"/>
              </a:ext>
            </a:extLst>
          </p:cNvPr>
          <p:cNvSpPr/>
          <p:nvPr/>
        </p:nvSpPr>
        <p:spPr>
          <a:xfrm rot="5400000">
            <a:off x="10245329" y="2851626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8" name="Chord 1307">
            <a:extLst>
              <a:ext uri="{FF2B5EF4-FFF2-40B4-BE49-F238E27FC236}">
                <a16:creationId xmlns:a16="http://schemas.microsoft.com/office/drawing/2014/main" id="{48D99CD2-1004-5ABC-809B-A60D612AEA40}"/>
              </a:ext>
            </a:extLst>
          </p:cNvPr>
          <p:cNvSpPr/>
          <p:nvPr/>
        </p:nvSpPr>
        <p:spPr>
          <a:xfrm rot="5400000">
            <a:off x="10246240" y="2855775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" name="Oval 1304">
            <a:extLst>
              <a:ext uri="{FF2B5EF4-FFF2-40B4-BE49-F238E27FC236}">
                <a16:creationId xmlns:a16="http://schemas.microsoft.com/office/drawing/2014/main" id="{3CB00216-C959-A9A3-EB40-4477105298CB}"/>
              </a:ext>
            </a:extLst>
          </p:cNvPr>
          <p:cNvSpPr/>
          <p:nvPr/>
        </p:nvSpPr>
        <p:spPr>
          <a:xfrm rot="5400000">
            <a:off x="10591292" y="3660797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6" name="Chord 1305">
            <a:extLst>
              <a:ext uri="{FF2B5EF4-FFF2-40B4-BE49-F238E27FC236}">
                <a16:creationId xmlns:a16="http://schemas.microsoft.com/office/drawing/2014/main" id="{58DBCB83-6BA6-BF20-F2AD-2A320B27A6DC}"/>
              </a:ext>
            </a:extLst>
          </p:cNvPr>
          <p:cNvSpPr/>
          <p:nvPr/>
        </p:nvSpPr>
        <p:spPr>
          <a:xfrm rot="5400000">
            <a:off x="10592203" y="3664946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2" name="Straight Connector 1251">
            <a:extLst>
              <a:ext uri="{FF2B5EF4-FFF2-40B4-BE49-F238E27FC236}">
                <a16:creationId xmlns:a16="http://schemas.microsoft.com/office/drawing/2014/main" id="{8E0A7229-9BF2-6917-BB80-24F7B47DFB9B}"/>
              </a:ext>
            </a:extLst>
          </p:cNvPr>
          <p:cNvCxnSpPr>
            <a:cxnSpLocks/>
          </p:cNvCxnSpPr>
          <p:nvPr/>
        </p:nvCxnSpPr>
        <p:spPr>
          <a:xfrm rot="5400000">
            <a:off x="10682720" y="3067649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>
            <a:extLst>
              <a:ext uri="{FF2B5EF4-FFF2-40B4-BE49-F238E27FC236}">
                <a16:creationId xmlns:a16="http://schemas.microsoft.com/office/drawing/2014/main" id="{4D9EB04F-9162-7A9E-1399-A23632BD23BE}"/>
              </a:ext>
            </a:extLst>
          </p:cNvPr>
          <p:cNvCxnSpPr>
            <a:cxnSpLocks/>
          </p:cNvCxnSpPr>
          <p:nvPr/>
        </p:nvCxnSpPr>
        <p:spPr>
          <a:xfrm rot="5400000">
            <a:off x="10636246" y="3066657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" name="Straight Connector 1253">
            <a:extLst>
              <a:ext uri="{FF2B5EF4-FFF2-40B4-BE49-F238E27FC236}">
                <a16:creationId xmlns:a16="http://schemas.microsoft.com/office/drawing/2014/main" id="{FB38E27D-FDD9-A7AE-5239-ABF28E5F28A1}"/>
              </a:ext>
            </a:extLst>
          </p:cNvPr>
          <p:cNvCxnSpPr>
            <a:cxnSpLocks/>
          </p:cNvCxnSpPr>
          <p:nvPr/>
        </p:nvCxnSpPr>
        <p:spPr>
          <a:xfrm rot="5400000">
            <a:off x="10595493" y="3066657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Connector 1254">
            <a:extLst>
              <a:ext uri="{FF2B5EF4-FFF2-40B4-BE49-F238E27FC236}">
                <a16:creationId xmlns:a16="http://schemas.microsoft.com/office/drawing/2014/main" id="{240BC928-6D2F-23D6-2A13-A9E3025CCE92}"/>
              </a:ext>
            </a:extLst>
          </p:cNvPr>
          <p:cNvCxnSpPr>
            <a:cxnSpLocks/>
          </p:cNvCxnSpPr>
          <p:nvPr/>
        </p:nvCxnSpPr>
        <p:spPr>
          <a:xfrm rot="5400000">
            <a:off x="10549019" y="3065666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>
            <a:extLst>
              <a:ext uri="{FF2B5EF4-FFF2-40B4-BE49-F238E27FC236}">
                <a16:creationId xmlns:a16="http://schemas.microsoft.com/office/drawing/2014/main" id="{2D944597-8E26-7B7C-BC9B-967616508498}"/>
              </a:ext>
            </a:extLst>
          </p:cNvPr>
          <p:cNvCxnSpPr>
            <a:cxnSpLocks/>
          </p:cNvCxnSpPr>
          <p:nvPr/>
        </p:nvCxnSpPr>
        <p:spPr>
          <a:xfrm rot="5400000">
            <a:off x="10509177" y="3066327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7" name="Rectangle 1256">
            <a:extLst>
              <a:ext uri="{FF2B5EF4-FFF2-40B4-BE49-F238E27FC236}">
                <a16:creationId xmlns:a16="http://schemas.microsoft.com/office/drawing/2014/main" id="{E4DC67CB-6615-AD9D-F599-3CD720654749}"/>
              </a:ext>
            </a:extLst>
          </p:cNvPr>
          <p:cNvSpPr/>
          <p:nvPr/>
        </p:nvSpPr>
        <p:spPr>
          <a:xfrm rot="5400000">
            <a:off x="10601978" y="3167420"/>
            <a:ext cx="89928" cy="256385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5A426A2A-366A-32E6-5128-5D3BCE34674A}"/>
              </a:ext>
            </a:extLst>
          </p:cNvPr>
          <p:cNvSpPr/>
          <p:nvPr/>
        </p:nvSpPr>
        <p:spPr>
          <a:xfrm rot="5400000">
            <a:off x="10538520" y="3078277"/>
            <a:ext cx="220062" cy="2596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3" name="Rectangle 1302">
            <a:extLst>
              <a:ext uri="{FF2B5EF4-FFF2-40B4-BE49-F238E27FC236}">
                <a16:creationId xmlns:a16="http://schemas.microsoft.com/office/drawing/2014/main" id="{5EADC251-FEBE-6E1D-5B3A-7C3D0C6DE706}"/>
              </a:ext>
            </a:extLst>
          </p:cNvPr>
          <p:cNvSpPr/>
          <p:nvPr/>
        </p:nvSpPr>
        <p:spPr>
          <a:xfrm rot="5400000">
            <a:off x="10309360" y="3107086"/>
            <a:ext cx="67394" cy="213907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2418AE29-9A8C-28E9-610B-A9CF33E7F9DB}"/>
              </a:ext>
            </a:extLst>
          </p:cNvPr>
          <p:cNvSpPr/>
          <p:nvPr/>
        </p:nvSpPr>
        <p:spPr>
          <a:xfrm rot="5400000">
            <a:off x="10276825" y="3127139"/>
            <a:ext cx="134817" cy="173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8" name="Rectangle 1297">
            <a:extLst>
              <a:ext uri="{FF2B5EF4-FFF2-40B4-BE49-F238E27FC236}">
                <a16:creationId xmlns:a16="http://schemas.microsoft.com/office/drawing/2014/main" id="{076E0948-CCB6-69C4-FE6B-B7828B2A1485}"/>
              </a:ext>
            </a:extLst>
          </p:cNvPr>
          <p:cNvSpPr/>
          <p:nvPr/>
        </p:nvSpPr>
        <p:spPr>
          <a:xfrm rot="5400000">
            <a:off x="10683314" y="3351594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0" name="Oval 1299">
            <a:extLst>
              <a:ext uri="{FF2B5EF4-FFF2-40B4-BE49-F238E27FC236}">
                <a16:creationId xmlns:a16="http://schemas.microsoft.com/office/drawing/2014/main" id="{365D8230-AF35-F454-D28F-56DC860F4B6B}"/>
              </a:ext>
            </a:extLst>
          </p:cNvPr>
          <p:cNvSpPr/>
          <p:nvPr/>
        </p:nvSpPr>
        <p:spPr>
          <a:xfrm rot="5400000">
            <a:off x="10665590" y="3431467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1" name="Straight Connector 1300">
            <a:extLst>
              <a:ext uri="{FF2B5EF4-FFF2-40B4-BE49-F238E27FC236}">
                <a16:creationId xmlns:a16="http://schemas.microsoft.com/office/drawing/2014/main" id="{32F4D02F-84DC-D6F3-08F1-D90C0A1FE79A}"/>
              </a:ext>
            </a:extLst>
          </p:cNvPr>
          <p:cNvCxnSpPr>
            <a:cxnSpLocks/>
            <a:stCxn id="1300" idx="0"/>
            <a:endCxn id="1300" idx="4"/>
          </p:cNvCxnSpPr>
          <p:nvPr/>
        </p:nvCxnSpPr>
        <p:spPr>
          <a:xfrm rot="5400000">
            <a:off x="10691427" y="3431467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2" name="Oval 1301">
            <a:extLst>
              <a:ext uri="{FF2B5EF4-FFF2-40B4-BE49-F238E27FC236}">
                <a16:creationId xmlns:a16="http://schemas.microsoft.com/office/drawing/2014/main" id="{CF0E2401-9EF7-1B0B-0F4F-EF5F46B3076B}"/>
              </a:ext>
            </a:extLst>
          </p:cNvPr>
          <p:cNvSpPr/>
          <p:nvPr/>
        </p:nvSpPr>
        <p:spPr>
          <a:xfrm rot="5400000">
            <a:off x="10665590" y="3431467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EFF5E985-FD40-1647-6FAB-C784F2970E8C}"/>
              </a:ext>
            </a:extLst>
          </p:cNvPr>
          <p:cNvSpPr/>
          <p:nvPr/>
        </p:nvSpPr>
        <p:spPr>
          <a:xfrm rot="5400000">
            <a:off x="10680344" y="3484671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5" name="Oval 1294">
            <a:extLst>
              <a:ext uri="{FF2B5EF4-FFF2-40B4-BE49-F238E27FC236}">
                <a16:creationId xmlns:a16="http://schemas.microsoft.com/office/drawing/2014/main" id="{C1B182DE-8AB2-79E5-22A0-1A1539E70614}"/>
              </a:ext>
            </a:extLst>
          </p:cNvPr>
          <p:cNvSpPr/>
          <p:nvPr/>
        </p:nvSpPr>
        <p:spPr>
          <a:xfrm rot="5400000">
            <a:off x="10662620" y="3564544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96" name="Straight Connector 1295">
            <a:extLst>
              <a:ext uri="{FF2B5EF4-FFF2-40B4-BE49-F238E27FC236}">
                <a16:creationId xmlns:a16="http://schemas.microsoft.com/office/drawing/2014/main" id="{02CB99A2-6C88-5555-99A6-68F28D83D178}"/>
              </a:ext>
            </a:extLst>
          </p:cNvPr>
          <p:cNvCxnSpPr>
            <a:cxnSpLocks/>
            <a:stCxn id="1295" idx="0"/>
            <a:endCxn id="1295" idx="4"/>
          </p:cNvCxnSpPr>
          <p:nvPr/>
        </p:nvCxnSpPr>
        <p:spPr>
          <a:xfrm rot="5400000">
            <a:off x="10688457" y="3564544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Oval 1296">
            <a:extLst>
              <a:ext uri="{FF2B5EF4-FFF2-40B4-BE49-F238E27FC236}">
                <a16:creationId xmlns:a16="http://schemas.microsoft.com/office/drawing/2014/main" id="{50CEEDF2-635F-D7C3-235F-C42C992FA5F5}"/>
              </a:ext>
            </a:extLst>
          </p:cNvPr>
          <p:cNvSpPr/>
          <p:nvPr/>
        </p:nvSpPr>
        <p:spPr>
          <a:xfrm rot="5400000">
            <a:off x="10662620" y="3564544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1" name="Rectangle: Rounded Corners 1280">
            <a:extLst>
              <a:ext uri="{FF2B5EF4-FFF2-40B4-BE49-F238E27FC236}">
                <a16:creationId xmlns:a16="http://schemas.microsoft.com/office/drawing/2014/main" id="{775DA209-220E-DFE8-FBFF-6FCEEB9F7932}"/>
              </a:ext>
            </a:extLst>
          </p:cNvPr>
          <p:cNvSpPr/>
          <p:nvPr/>
        </p:nvSpPr>
        <p:spPr>
          <a:xfrm rot="5400000">
            <a:off x="10339411" y="3262198"/>
            <a:ext cx="166533" cy="35749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2" name="Straight Connector 1281">
            <a:extLst>
              <a:ext uri="{FF2B5EF4-FFF2-40B4-BE49-F238E27FC236}">
                <a16:creationId xmlns:a16="http://schemas.microsoft.com/office/drawing/2014/main" id="{57BD2EA7-F437-0BCB-D279-91B5B8C87020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94851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3" name="Straight Connector 1282">
            <a:extLst>
              <a:ext uri="{FF2B5EF4-FFF2-40B4-BE49-F238E27FC236}">
                <a16:creationId xmlns:a16="http://schemas.microsoft.com/office/drawing/2014/main" id="{55469DF0-0A26-D24A-0A21-92908F0907AC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64823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4" name="Straight Connector 1283">
            <a:extLst>
              <a:ext uri="{FF2B5EF4-FFF2-40B4-BE49-F238E27FC236}">
                <a16:creationId xmlns:a16="http://schemas.microsoft.com/office/drawing/2014/main" id="{C41252D3-82F7-6332-5D57-DD5C78F78145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36956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5" name="Straight Connector 1284">
            <a:extLst>
              <a:ext uri="{FF2B5EF4-FFF2-40B4-BE49-F238E27FC236}">
                <a16:creationId xmlns:a16="http://schemas.microsoft.com/office/drawing/2014/main" id="{49B69D94-0752-C609-BC45-D6EC44F411CB}"/>
              </a:ext>
            </a:extLst>
          </p:cNvPr>
          <p:cNvCxnSpPr>
            <a:cxnSpLocks/>
          </p:cNvCxnSpPr>
          <p:nvPr/>
        </p:nvCxnSpPr>
        <p:spPr>
          <a:xfrm rot="5400000" flipH="1">
            <a:off x="10406927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6" name="Straight Connector 1285">
            <a:extLst>
              <a:ext uri="{FF2B5EF4-FFF2-40B4-BE49-F238E27FC236}">
                <a16:creationId xmlns:a16="http://schemas.microsoft.com/office/drawing/2014/main" id="{17ED103B-61EB-5AD1-B82E-36F72CD7C71D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79025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7" name="Straight Connector 1286">
            <a:extLst>
              <a:ext uri="{FF2B5EF4-FFF2-40B4-BE49-F238E27FC236}">
                <a16:creationId xmlns:a16="http://schemas.microsoft.com/office/drawing/2014/main" id="{D41DBCBA-05E7-3DD4-53A0-7525C3858450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48996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64520E48-90A7-8CE8-BC2E-8B0D23A5D969}"/>
              </a:ext>
            </a:extLst>
          </p:cNvPr>
          <p:cNvCxnSpPr>
            <a:cxnSpLocks/>
          </p:cNvCxnSpPr>
          <p:nvPr/>
        </p:nvCxnSpPr>
        <p:spPr>
          <a:xfrm rot="5400000" flipH="1">
            <a:off x="10321130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Straight Connector 1288">
            <a:extLst>
              <a:ext uri="{FF2B5EF4-FFF2-40B4-BE49-F238E27FC236}">
                <a16:creationId xmlns:a16="http://schemas.microsoft.com/office/drawing/2014/main" id="{7C65A9D1-9EDC-CB94-0107-A0B91D63E141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91101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Straight Connector 1289">
            <a:extLst>
              <a:ext uri="{FF2B5EF4-FFF2-40B4-BE49-F238E27FC236}">
                <a16:creationId xmlns:a16="http://schemas.microsoft.com/office/drawing/2014/main" id="{84836301-F067-51DF-CEFE-969A6E6C1D50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63216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traight Connector 1290">
            <a:extLst>
              <a:ext uri="{FF2B5EF4-FFF2-40B4-BE49-F238E27FC236}">
                <a16:creationId xmlns:a16="http://schemas.microsoft.com/office/drawing/2014/main" id="{2BAACC10-4226-3639-1E37-543CB59EA6DB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35314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Straight Connector 1291">
            <a:extLst>
              <a:ext uri="{FF2B5EF4-FFF2-40B4-BE49-F238E27FC236}">
                <a16:creationId xmlns:a16="http://schemas.microsoft.com/office/drawing/2014/main" id="{A0DC3B1E-5811-CB9F-D963-C604EA7157D1}"/>
              </a:ext>
            </a:extLst>
          </p:cNvPr>
          <p:cNvCxnSpPr>
            <a:cxnSpLocks/>
          </p:cNvCxnSpPr>
          <p:nvPr/>
        </p:nvCxnSpPr>
        <p:spPr>
          <a:xfrm rot="5400000" flipH="1">
            <a:off x="10205285" y="3440943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>
            <a:extLst>
              <a:ext uri="{FF2B5EF4-FFF2-40B4-BE49-F238E27FC236}">
                <a16:creationId xmlns:a16="http://schemas.microsoft.com/office/drawing/2014/main" id="{1A585C43-14E5-E1A7-03B8-649EF118ED8C}"/>
              </a:ext>
            </a:extLst>
          </p:cNvPr>
          <p:cNvCxnSpPr>
            <a:cxnSpLocks/>
          </p:cNvCxnSpPr>
          <p:nvPr/>
        </p:nvCxnSpPr>
        <p:spPr>
          <a:xfrm rot="5400000">
            <a:off x="10542346" y="3620157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" name="Straight Connector 1276">
            <a:extLst>
              <a:ext uri="{FF2B5EF4-FFF2-40B4-BE49-F238E27FC236}">
                <a16:creationId xmlns:a16="http://schemas.microsoft.com/office/drawing/2014/main" id="{6A77B0C8-A594-B2E5-E1D4-381DC875DD6C}"/>
              </a:ext>
            </a:extLst>
          </p:cNvPr>
          <p:cNvCxnSpPr>
            <a:cxnSpLocks/>
          </p:cNvCxnSpPr>
          <p:nvPr/>
        </p:nvCxnSpPr>
        <p:spPr>
          <a:xfrm rot="5400000">
            <a:off x="10452976" y="3620158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Straight Connector 1277">
            <a:extLst>
              <a:ext uri="{FF2B5EF4-FFF2-40B4-BE49-F238E27FC236}">
                <a16:creationId xmlns:a16="http://schemas.microsoft.com/office/drawing/2014/main" id="{DE6DECC4-7591-2D3B-9C41-09B08D3614AD}"/>
              </a:ext>
            </a:extLst>
          </p:cNvPr>
          <p:cNvCxnSpPr>
            <a:cxnSpLocks/>
          </p:cNvCxnSpPr>
          <p:nvPr/>
        </p:nvCxnSpPr>
        <p:spPr>
          <a:xfrm rot="5400000">
            <a:off x="10498020" y="3620158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9" name="Straight Connector 1278">
            <a:extLst>
              <a:ext uri="{FF2B5EF4-FFF2-40B4-BE49-F238E27FC236}">
                <a16:creationId xmlns:a16="http://schemas.microsoft.com/office/drawing/2014/main" id="{EF0A3E81-5DA0-F6C1-8B12-18A28FE08134}"/>
              </a:ext>
            </a:extLst>
          </p:cNvPr>
          <p:cNvCxnSpPr>
            <a:cxnSpLocks/>
          </p:cNvCxnSpPr>
          <p:nvPr/>
        </p:nvCxnSpPr>
        <p:spPr>
          <a:xfrm rot="5400000">
            <a:off x="10499451" y="3556056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C5A4941B-DB50-349E-32A3-B859910BA4F7}"/>
              </a:ext>
            </a:extLst>
          </p:cNvPr>
          <p:cNvSpPr/>
          <p:nvPr/>
        </p:nvSpPr>
        <p:spPr>
          <a:xfrm rot="5400000">
            <a:off x="10486278" y="3532877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1" name="Straight Connector 1270">
            <a:extLst>
              <a:ext uri="{FF2B5EF4-FFF2-40B4-BE49-F238E27FC236}">
                <a16:creationId xmlns:a16="http://schemas.microsoft.com/office/drawing/2014/main" id="{0F79D32C-93E3-47AC-D6B5-01801FA3D003}"/>
              </a:ext>
            </a:extLst>
          </p:cNvPr>
          <p:cNvCxnSpPr>
            <a:cxnSpLocks/>
          </p:cNvCxnSpPr>
          <p:nvPr/>
        </p:nvCxnSpPr>
        <p:spPr>
          <a:xfrm rot="16200000">
            <a:off x="10426257" y="3702421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>
            <a:extLst>
              <a:ext uri="{FF2B5EF4-FFF2-40B4-BE49-F238E27FC236}">
                <a16:creationId xmlns:a16="http://schemas.microsoft.com/office/drawing/2014/main" id="{0A8E6106-1162-3163-5495-DC564D5D1C86}"/>
              </a:ext>
            </a:extLst>
          </p:cNvPr>
          <p:cNvCxnSpPr>
            <a:cxnSpLocks/>
          </p:cNvCxnSpPr>
          <p:nvPr/>
        </p:nvCxnSpPr>
        <p:spPr>
          <a:xfrm rot="16200000">
            <a:off x="10515627" y="370242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>
            <a:extLst>
              <a:ext uri="{FF2B5EF4-FFF2-40B4-BE49-F238E27FC236}">
                <a16:creationId xmlns:a16="http://schemas.microsoft.com/office/drawing/2014/main" id="{055C2140-9324-A1CE-C453-5AD16A01101D}"/>
              </a:ext>
            </a:extLst>
          </p:cNvPr>
          <p:cNvCxnSpPr>
            <a:cxnSpLocks/>
          </p:cNvCxnSpPr>
          <p:nvPr/>
        </p:nvCxnSpPr>
        <p:spPr>
          <a:xfrm rot="16200000">
            <a:off x="10470583" y="370242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>
            <a:extLst>
              <a:ext uri="{FF2B5EF4-FFF2-40B4-BE49-F238E27FC236}">
                <a16:creationId xmlns:a16="http://schemas.microsoft.com/office/drawing/2014/main" id="{DAFFD605-F5FE-FBE4-A33C-FC09FCFB100E}"/>
              </a:ext>
            </a:extLst>
          </p:cNvPr>
          <p:cNvCxnSpPr>
            <a:cxnSpLocks/>
          </p:cNvCxnSpPr>
          <p:nvPr/>
        </p:nvCxnSpPr>
        <p:spPr>
          <a:xfrm rot="16200000">
            <a:off x="10469152" y="3766522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938C0C43-F45C-9657-164A-9DBFFF9590B3}"/>
              </a:ext>
            </a:extLst>
          </p:cNvPr>
          <p:cNvSpPr/>
          <p:nvPr/>
        </p:nvSpPr>
        <p:spPr>
          <a:xfrm rot="16200000">
            <a:off x="10460271" y="3678163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6" name="Straight Connector 1265">
            <a:extLst>
              <a:ext uri="{FF2B5EF4-FFF2-40B4-BE49-F238E27FC236}">
                <a16:creationId xmlns:a16="http://schemas.microsoft.com/office/drawing/2014/main" id="{5804B5A6-7210-4813-EFCA-340AB79449B0}"/>
              </a:ext>
            </a:extLst>
          </p:cNvPr>
          <p:cNvCxnSpPr>
            <a:cxnSpLocks/>
          </p:cNvCxnSpPr>
          <p:nvPr/>
        </p:nvCxnSpPr>
        <p:spPr>
          <a:xfrm rot="5400000">
            <a:off x="10309101" y="3662619"/>
            <a:ext cx="15084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>
            <a:extLst>
              <a:ext uri="{FF2B5EF4-FFF2-40B4-BE49-F238E27FC236}">
                <a16:creationId xmlns:a16="http://schemas.microsoft.com/office/drawing/2014/main" id="{3B264968-422D-9044-13FB-61CEE96682B0}"/>
              </a:ext>
            </a:extLst>
          </p:cNvPr>
          <p:cNvCxnSpPr>
            <a:cxnSpLocks/>
          </p:cNvCxnSpPr>
          <p:nvPr/>
        </p:nvCxnSpPr>
        <p:spPr>
          <a:xfrm rot="5400000">
            <a:off x="10219730" y="3662620"/>
            <a:ext cx="150843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>
            <a:extLst>
              <a:ext uri="{FF2B5EF4-FFF2-40B4-BE49-F238E27FC236}">
                <a16:creationId xmlns:a16="http://schemas.microsoft.com/office/drawing/2014/main" id="{37D2FF1C-01B8-C19B-BEA9-2892AF09E799}"/>
              </a:ext>
            </a:extLst>
          </p:cNvPr>
          <p:cNvCxnSpPr>
            <a:cxnSpLocks/>
          </p:cNvCxnSpPr>
          <p:nvPr/>
        </p:nvCxnSpPr>
        <p:spPr>
          <a:xfrm rot="5400000">
            <a:off x="10251902" y="3662619"/>
            <a:ext cx="15084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9" name="Straight Connector 1268">
            <a:extLst>
              <a:ext uri="{FF2B5EF4-FFF2-40B4-BE49-F238E27FC236}">
                <a16:creationId xmlns:a16="http://schemas.microsoft.com/office/drawing/2014/main" id="{5AC60944-A50F-6E9B-36B3-189CB54FB860}"/>
              </a:ext>
            </a:extLst>
          </p:cNvPr>
          <p:cNvCxnSpPr>
            <a:cxnSpLocks/>
          </p:cNvCxnSpPr>
          <p:nvPr/>
        </p:nvCxnSpPr>
        <p:spPr>
          <a:xfrm rot="5400000">
            <a:off x="10283209" y="3662782"/>
            <a:ext cx="152077" cy="91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9EDD2967-A7D8-77C1-2F5A-AEB7679FB698}"/>
              </a:ext>
            </a:extLst>
          </p:cNvPr>
          <p:cNvSpPr/>
          <p:nvPr/>
        </p:nvSpPr>
        <p:spPr>
          <a:xfrm rot="5400000">
            <a:off x="10291971" y="3606848"/>
            <a:ext cx="96442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2" name="Rectangle 1331">
            <a:extLst>
              <a:ext uri="{FF2B5EF4-FFF2-40B4-BE49-F238E27FC236}">
                <a16:creationId xmlns:a16="http://schemas.microsoft.com/office/drawing/2014/main" id="{D68543DE-7321-96D9-AC83-5B7B1C001DC2}"/>
              </a:ext>
            </a:extLst>
          </p:cNvPr>
          <p:cNvSpPr/>
          <p:nvPr/>
        </p:nvSpPr>
        <p:spPr>
          <a:xfrm rot="5400000">
            <a:off x="10839414" y="3091930"/>
            <a:ext cx="1174984" cy="624892"/>
          </a:xfrm>
          <a:prstGeom prst="rect">
            <a:avLst/>
          </a:prstGeom>
          <a:solidFill>
            <a:srgbClr val="6101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5" name="Rectangle 1404">
            <a:extLst>
              <a:ext uri="{FF2B5EF4-FFF2-40B4-BE49-F238E27FC236}">
                <a16:creationId xmlns:a16="http://schemas.microsoft.com/office/drawing/2014/main" id="{EB76F15C-1F3D-C500-0CB9-22EAAE58DE98}"/>
              </a:ext>
            </a:extLst>
          </p:cNvPr>
          <p:cNvSpPr/>
          <p:nvPr/>
        </p:nvSpPr>
        <p:spPr>
          <a:xfrm rot="5400000">
            <a:off x="11475029" y="2760867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2" name="Oval 1411">
            <a:extLst>
              <a:ext uri="{FF2B5EF4-FFF2-40B4-BE49-F238E27FC236}">
                <a16:creationId xmlns:a16="http://schemas.microsoft.com/office/drawing/2014/main" id="{166008D3-09FA-E1CF-0BBD-0C2821734E05}"/>
              </a:ext>
            </a:extLst>
          </p:cNvPr>
          <p:cNvSpPr/>
          <p:nvPr/>
        </p:nvSpPr>
        <p:spPr>
          <a:xfrm rot="5400000">
            <a:off x="11576885" y="2846798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13" name="Straight Connector 1412">
            <a:extLst>
              <a:ext uri="{FF2B5EF4-FFF2-40B4-BE49-F238E27FC236}">
                <a16:creationId xmlns:a16="http://schemas.microsoft.com/office/drawing/2014/main" id="{337CF53C-9718-803F-C1D1-931992393F71}"/>
              </a:ext>
            </a:extLst>
          </p:cNvPr>
          <p:cNvCxnSpPr>
            <a:cxnSpLocks/>
            <a:stCxn id="1412" idx="0"/>
            <a:endCxn id="1412" idx="4"/>
          </p:cNvCxnSpPr>
          <p:nvPr/>
        </p:nvCxnSpPr>
        <p:spPr>
          <a:xfrm rot="5400000">
            <a:off x="11611690" y="2846799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4" name="Straight Connector 1413">
            <a:extLst>
              <a:ext uri="{FF2B5EF4-FFF2-40B4-BE49-F238E27FC236}">
                <a16:creationId xmlns:a16="http://schemas.microsoft.com/office/drawing/2014/main" id="{E3E8FF17-04D2-EAE5-F98D-9AD16EFB9F68}"/>
              </a:ext>
            </a:extLst>
          </p:cNvPr>
          <p:cNvCxnSpPr>
            <a:cxnSpLocks/>
            <a:stCxn id="1412" idx="2"/>
            <a:endCxn id="1412" idx="6"/>
          </p:cNvCxnSpPr>
          <p:nvPr/>
        </p:nvCxnSpPr>
        <p:spPr>
          <a:xfrm rot="5400000">
            <a:off x="11576885" y="2883863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5" name="Oval 1414">
            <a:extLst>
              <a:ext uri="{FF2B5EF4-FFF2-40B4-BE49-F238E27FC236}">
                <a16:creationId xmlns:a16="http://schemas.microsoft.com/office/drawing/2014/main" id="{3E1BA0E5-1CA3-FA71-9A9E-FCD6C4EF3B38}"/>
              </a:ext>
            </a:extLst>
          </p:cNvPr>
          <p:cNvSpPr/>
          <p:nvPr/>
        </p:nvSpPr>
        <p:spPr>
          <a:xfrm rot="5400000">
            <a:off x="11576885" y="2846798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8" name="Oval 1407">
            <a:extLst>
              <a:ext uri="{FF2B5EF4-FFF2-40B4-BE49-F238E27FC236}">
                <a16:creationId xmlns:a16="http://schemas.microsoft.com/office/drawing/2014/main" id="{4D598B38-6006-F8C9-8DC7-BBFAA2F72B63}"/>
              </a:ext>
            </a:extLst>
          </p:cNvPr>
          <p:cNvSpPr/>
          <p:nvPr/>
        </p:nvSpPr>
        <p:spPr>
          <a:xfrm rot="5400000">
            <a:off x="11460362" y="2846798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09" name="Straight Connector 1408">
            <a:extLst>
              <a:ext uri="{FF2B5EF4-FFF2-40B4-BE49-F238E27FC236}">
                <a16:creationId xmlns:a16="http://schemas.microsoft.com/office/drawing/2014/main" id="{CA1F0F28-1322-0C66-7288-02AF692E47BC}"/>
              </a:ext>
            </a:extLst>
          </p:cNvPr>
          <p:cNvCxnSpPr>
            <a:cxnSpLocks/>
            <a:stCxn id="1408" idx="0"/>
            <a:endCxn id="1408" idx="4"/>
          </p:cNvCxnSpPr>
          <p:nvPr/>
        </p:nvCxnSpPr>
        <p:spPr>
          <a:xfrm rot="5400000">
            <a:off x="11495167" y="2846799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Straight Connector 1409">
            <a:extLst>
              <a:ext uri="{FF2B5EF4-FFF2-40B4-BE49-F238E27FC236}">
                <a16:creationId xmlns:a16="http://schemas.microsoft.com/office/drawing/2014/main" id="{8B0820A5-B7BD-061C-E7D7-77B9A3C37FE0}"/>
              </a:ext>
            </a:extLst>
          </p:cNvPr>
          <p:cNvCxnSpPr>
            <a:cxnSpLocks/>
            <a:stCxn id="1408" idx="2"/>
            <a:endCxn id="1408" idx="6"/>
          </p:cNvCxnSpPr>
          <p:nvPr/>
        </p:nvCxnSpPr>
        <p:spPr>
          <a:xfrm rot="5400000">
            <a:off x="11460362" y="2883863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1" name="Oval 1410">
            <a:extLst>
              <a:ext uri="{FF2B5EF4-FFF2-40B4-BE49-F238E27FC236}">
                <a16:creationId xmlns:a16="http://schemas.microsoft.com/office/drawing/2014/main" id="{859764A7-8BFA-CD2C-3121-82157E25FAED}"/>
              </a:ext>
            </a:extLst>
          </p:cNvPr>
          <p:cNvSpPr/>
          <p:nvPr/>
        </p:nvSpPr>
        <p:spPr>
          <a:xfrm rot="5400000">
            <a:off x="11460362" y="2846798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4" name="Rectangle 1393">
            <a:extLst>
              <a:ext uri="{FF2B5EF4-FFF2-40B4-BE49-F238E27FC236}">
                <a16:creationId xmlns:a16="http://schemas.microsoft.com/office/drawing/2014/main" id="{D6482CB1-D3F1-4BAA-0D8F-430BECDDAC1A}"/>
              </a:ext>
            </a:extLst>
          </p:cNvPr>
          <p:cNvSpPr/>
          <p:nvPr/>
        </p:nvSpPr>
        <p:spPr>
          <a:xfrm rot="16200000">
            <a:off x="11223891" y="3785822"/>
            <a:ext cx="152600" cy="262159"/>
          </a:xfrm>
          <a:prstGeom prst="rect">
            <a:avLst/>
          </a:prstGeom>
          <a:solidFill>
            <a:srgbClr val="1A4C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" name="Oval 1400">
            <a:extLst>
              <a:ext uri="{FF2B5EF4-FFF2-40B4-BE49-F238E27FC236}">
                <a16:creationId xmlns:a16="http://schemas.microsoft.com/office/drawing/2014/main" id="{E397A69F-0DE7-FCAE-6E4D-192716449827}"/>
              </a:ext>
            </a:extLst>
          </p:cNvPr>
          <p:cNvSpPr/>
          <p:nvPr/>
        </p:nvSpPr>
        <p:spPr>
          <a:xfrm rot="16200000">
            <a:off x="11205025" y="3887921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02" name="Straight Connector 1401">
            <a:extLst>
              <a:ext uri="{FF2B5EF4-FFF2-40B4-BE49-F238E27FC236}">
                <a16:creationId xmlns:a16="http://schemas.microsoft.com/office/drawing/2014/main" id="{08C9645B-ADDD-E39E-C7AA-D8DB5D544D9F}"/>
              </a:ext>
            </a:extLst>
          </p:cNvPr>
          <p:cNvCxnSpPr>
            <a:cxnSpLocks/>
            <a:stCxn id="1401" idx="0"/>
            <a:endCxn id="1401" idx="4"/>
          </p:cNvCxnSpPr>
          <p:nvPr/>
        </p:nvCxnSpPr>
        <p:spPr>
          <a:xfrm rot="16200000">
            <a:off x="11239830" y="3887920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Straight Connector 1402">
            <a:extLst>
              <a:ext uri="{FF2B5EF4-FFF2-40B4-BE49-F238E27FC236}">
                <a16:creationId xmlns:a16="http://schemas.microsoft.com/office/drawing/2014/main" id="{ED4AC635-867C-5011-368E-72DFB53CCF7A}"/>
              </a:ext>
            </a:extLst>
          </p:cNvPr>
          <p:cNvCxnSpPr>
            <a:cxnSpLocks/>
            <a:stCxn id="1401" idx="2"/>
            <a:endCxn id="1401" idx="6"/>
          </p:cNvCxnSpPr>
          <p:nvPr/>
        </p:nvCxnSpPr>
        <p:spPr>
          <a:xfrm rot="16200000">
            <a:off x="11205025" y="3924985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Oval 1403">
            <a:extLst>
              <a:ext uri="{FF2B5EF4-FFF2-40B4-BE49-F238E27FC236}">
                <a16:creationId xmlns:a16="http://schemas.microsoft.com/office/drawing/2014/main" id="{6DB91AEE-089D-A393-D7DD-E2A17B7FA529}"/>
              </a:ext>
            </a:extLst>
          </p:cNvPr>
          <p:cNvSpPr/>
          <p:nvPr/>
        </p:nvSpPr>
        <p:spPr>
          <a:xfrm rot="16200000">
            <a:off x="11205025" y="3887921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7" name="Oval 1396">
            <a:extLst>
              <a:ext uri="{FF2B5EF4-FFF2-40B4-BE49-F238E27FC236}">
                <a16:creationId xmlns:a16="http://schemas.microsoft.com/office/drawing/2014/main" id="{010C6196-2A7E-89ED-C9DB-C22C3444AEF4}"/>
              </a:ext>
            </a:extLst>
          </p:cNvPr>
          <p:cNvSpPr/>
          <p:nvPr/>
        </p:nvSpPr>
        <p:spPr>
          <a:xfrm rot="16200000">
            <a:off x="11321547" y="3887921"/>
            <a:ext cx="69609" cy="74129"/>
          </a:xfrm>
          <a:prstGeom prst="ellipse">
            <a:avLst/>
          </a:prstGeom>
          <a:solidFill>
            <a:srgbClr val="52584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98" name="Straight Connector 1397">
            <a:extLst>
              <a:ext uri="{FF2B5EF4-FFF2-40B4-BE49-F238E27FC236}">
                <a16:creationId xmlns:a16="http://schemas.microsoft.com/office/drawing/2014/main" id="{DEB7AA47-76A0-209B-3A04-C2C786D5557A}"/>
              </a:ext>
            </a:extLst>
          </p:cNvPr>
          <p:cNvCxnSpPr>
            <a:cxnSpLocks/>
            <a:stCxn id="1397" idx="0"/>
            <a:endCxn id="1397" idx="4"/>
          </p:cNvCxnSpPr>
          <p:nvPr/>
        </p:nvCxnSpPr>
        <p:spPr>
          <a:xfrm rot="16200000">
            <a:off x="11356352" y="3887920"/>
            <a:ext cx="0" cy="74129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9" name="Straight Connector 1398">
            <a:extLst>
              <a:ext uri="{FF2B5EF4-FFF2-40B4-BE49-F238E27FC236}">
                <a16:creationId xmlns:a16="http://schemas.microsoft.com/office/drawing/2014/main" id="{EC08A36A-022D-C920-9306-48F508CAD915}"/>
              </a:ext>
            </a:extLst>
          </p:cNvPr>
          <p:cNvCxnSpPr>
            <a:cxnSpLocks/>
            <a:stCxn id="1397" idx="2"/>
            <a:endCxn id="1397" idx="6"/>
          </p:cNvCxnSpPr>
          <p:nvPr/>
        </p:nvCxnSpPr>
        <p:spPr>
          <a:xfrm rot="16200000">
            <a:off x="11321547" y="3924985"/>
            <a:ext cx="69609" cy="0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0" name="Oval 1399">
            <a:extLst>
              <a:ext uri="{FF2B5EF4-FFF2-40B4-BE49-F238E27FC236}">
                <a16:creationId xmlns:a16="http://schemas.microsoft.com/office/drawing/2014/main" id="{D802BDA4-294A-977F-68B9-967B097DE230}"/>
              </a:ext>
            </a:extLst>
          </p:cNvPr>
          <p:cNvSpPr/>
          <p:nvPr/>
        </p:nvSpPr>
        <p:spPr>
          <a:xfrm rot="16200000">
            <a:off x="11321547" y="3887921"/>
            <a:ext cx="69609" cy="7412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2" name="Oval 1391">
            <a:extLst>
              <a:ext uri="{FF2B5EF4-FFF2-40B4-BE49-F238E27FC236}">
                <a16:creationId xmlns:a16="http://schemas.microsoft.com/office/drawing/2014/main" id="{8FC7FDE2-0263-F55A-08E3-F1A1011DE4D6}"/>
              </a:ext>
            </a:extLst>
          </p:cNvPr>
          <p:cNvSpPr/>
          <p:nvPr/>
        </p:nvSpPr>
        <p:spPr>
          <a:xfrm rot="5400000">
            <a:off x="11139074" y="2850800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" name="Chord 1392">
            <a:extLst>
              <a:ext uri="{FF2B5EF4-FFF2-40B4-BE49-F238E27FC236}">
                <a16:creationId xmlns:a16="http://schemas.microsoft.com/office/drawing/2014/main" id="{536D3AE2-9725-DBF5-D8AE-F69A9F366809}"/>
              </a:ext>
            </a:extLst>
          </p:cNvPr>
          <p:cNvSpPr/>
          <p:nvPr/>
        </p:nvSpPr>
        <p:spPr>
          <a:xfrm rot="5400000">
            <a:off x="11139985" y="2854949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" name="Oval 1389">
            <a:extLst>
              <a:ext uri="{FF2B5EF4-FFF2-40B4-BE49-F238E27FC236}">
                <a16:creationId xmlns:a16="http://schemas.microsoft.com/office/drawing/2014/main" id="{2F300C7A-E01B-4CF4-8317-94E97F08AB34}"/>
              </a:ext>
            </a:extLst>
          </p:cNvPr>
          <p:cNvSpPr/>
          <p:nvPr/>
        </p:nvSpPr>
        <p:spPr>
          <a:xfrm rot="5400000">
            <a:off x="11485037" y="3659971"/>
            <a:ext cx="234528" cy="2704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1" name="Chord 1390">
            <a:extLst>
              <a:ext uri="{FF2B5EF4-FFF2-40B4-BE49-F238E27FC236}">
                <a16:creationId xmlns:a16="http://schemas.microsoft.com/office/drawing/2014/main" id="{41BBE23F-CA5F-6718-DE00-495CE791575F}"/>
              </a:ext>
            </a:extLst>
          </p:cNvPr>
          <p:cNvSpPr/>
          <p:nvPr/>
        </p:nvSpPr>
        <p:spPr>
          <a:xfrm rot="5400000">
            <a:off x="11485948" y="3664120"/>
            <a:ext cx="234528" cy="26215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7" name="Straight Connector 1336">
            <a:extLst>
              <a:ext uri="{FF2B5EF4-FFF2-40B4-BE49-F238E27FC236}">
                <a16:creationId xmlns:a16="http://schemas.microsoft.com/office/drawing/2014/main" id="{206193B6-80CD-25CB-2823-9E70FD7F4B38}"/>
              </a:ext>
            </a:extLst>
          </p:cNvPr>
          <p:cNvCxnSpPr>
            <a:cxnSpLocks/>
          </p:cNvCxnSpPr>
          <p:nvPr/>
        </p:nvCxnSpPr>
        <p:spPr>
          <a:xfrm rot="5400000">
            <a:off x="11576465" y="3066823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Straight Connector 1337">
            <a:extLst>
              <a:ext uri="{FF2B5EF4-FFF2-40B4-BE49-F238E27FC236}">
                <a16:creationId xmlns:a16="http://schemas.microsoft.com/office/drawing/2014/main" id="{40208026-615C-1F36-A36D-32D21CF202FE}"/>
              </a:ext>
            </a:extLst>
          </p:cNvPr>
          <p:cNvCxnSpPr>
            <a:cxnSpLocks/>
          </p:cNvCxnSpPr>
          <p:nvPr/>
        </p:nvCxnSpPr>
        <p:spPr>
          <a:xfrm rot="5400000">
            <a:off x="11529991" y="3065831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9" name="Straight Connector 1338">
            <a:extLst>
              <a:ext uri="{FF2B5EF4-FFF2-40B4-BE49-F238E27FC236}">
                <a16:creationId xmlns:a16="http://schemas.microsoft.com/office/drawing/2014/main" id="{D7BB6B0A-96F2-B03C-E0A3-55E9BE78E448}"/>
              </a:ext>
            </a:extLst>
          </p:cNvPr>
          <p:cNvCxnSpPr>
            <a:cxnSpLocks/>
          </p:cNvCxnSpPr>
          <p:nvPr/>
        </p:nvCxnSpPr>
        <p:spPr>
          <a:xfrm rot="5400000">
            <a:off x="11489238" y="3065831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" name="Straight Connector 1339">
            <a:extLst>
              <a:ext uri="{FF2B5EF4-FFF2-40B4-BE49-F238E27FC236}">
                <a16:creationId xmlns:a16="http://schemas.microsoft.com/office/drawing/2014/main" id="{B0EB6CD5-384B-0D03-985B-BA3FC0FD5C27}"/>
              </a:ext>
            </a:extLst>
          </p:cNvPr>
          <p:cNvCxnSpPr>
            <a:cxnSpLocks/>
          </p:cNvCxnSpPr>
          <p:nvPr/>
        </p:nvCxnSpPr>
        <p:spPr>
          <a:xfrm rot="5400000">
            <a:off x="11442764" y="3064840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Straight Connector 1340">
            <a:extLst>
              <a:ext uri="{FF2B5EF4-FFF2-40B4-BE49-F238E27FC236}">
                <a16:creationId xmlns:a16="http://schemas.microsoft.com/office/drawing/2014/main" id="{B78A127C-12F7-05B4-9F10-BF9D4B4DC91B}"/>
              </a:ext>
            </a:extLst>
          </p:cNvPr>
          <p:cNvCxnSpPr>
            <a:cxnSpLocks/>
          </p:cNvCxnSpPr>
          <p:nvPr/>
        </p:nvCxnSpPr>
        <p:spPr>
          <a:xfrm rot="5400000">
            <a:off x="11402922" y="3065501"/>
            <a:ext cx="110362" cy="0"/>
          </a:xfrm>
          <a:prstGeom prst="line">
            <a:avLst/>
          </a:prstGeom>
          <a:ln w="19050">
            <a:solidFill>
              <a:srgbClr val="6361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2" name="Rectangle 1341">
            <a:extLst>
              <a:ext uri="{FF2B5EF4-FFF2-40B4-BE49-F238E27FC236}">
                <a16:creationId xmlns:a16="http://schemas.microsoft.com/office/drawing/2014/main" id="{07229F12-24DF-B7F2-F6E8-7E8C1F301697}"/>
              </a:ext>
            </a:extLst>
          </p:cNvPr>
          <p:cNvSpPr/>
          <p:nvPr/>
        </p:nvSpPr>
        <p:spPr>
          <a:xfrm rot="5400000">
            <a:off x="11495723" y="3166594"/>
            <a:ext cx="89928" cy="256385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3" name="Rectangle 1342">
            <a:extLst>
              <a:ext uri="{FF2B5EF4-FFF2-40B4-BE49-F238E27FC236}">
                <a16:creationId xmlns:a16="http://schemas.microsoft.com/office/drawing/2014/main" id="{3981BABB-B268-0E34-5229-050CDA5B8F47}"/>
              </a:ext>
            </a:extLst>
          </p:cNvPr>
          <p:cNvSpPr/>
          <p:nvPr/>
        </p:nvSpPr>
        <p:spPr>
          <a:xfrm rot="5400000">
            <a:off x="11432265" y="3077451"/>
            <a:ext cx="220062" cy="25960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" name="Rectangle 1387">
            <a:extLst>
              <a:ext uri="{FF2B5EF4-FFF2-40B4-BE49-F238E27FC236}">
                <a16:creationId xmlns:a16="http://schemas.microsoft.com/office/drawing/2014/main" id="{70ED8E51-7C58-9A87-F9A5-2439320E1B79}"/>
              </a:ext>
            </a:extLst>
          </p:cNvPr>
          <p:cNvSpPr/>
          <p:nvPr/>
        </p:nvSpPr>
        <p:spPr>
          <a:xfrm rot="5400000">
            <a:off x="11203105" y="3106260"/>
            <a:ext cx="67394" cy="213907"/>
          </a:xfrm>
          <a:prstGeom prst="rect">
            <a:avLst/>
          </a:prstGeom>
          <a:solidFill>
            <a:srgbClr val="6266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9" name="Rectangle 1388">
            <a:extLst>
              <a:ext uri="{FF2B5EF4-FFF2-40B4-BE49-F238E27FC236}">
                <a16:creationId xmlns:a16="http://schemas.microsoft.com/office/drawing/2014/main" id="{861249F8-FE3C-5810-E926-7229F8C6AD06}"/>
              </a:ext>
            </a:extLst>
          </p:cNvPr>
          <p:cNvSpPr/>
          <p:nvPr/>
        </p:nvSpPr>
        <p:spPr>
          <a:xfrm rot="5400000">
            <a:off x="11170570" y="3126313"/>
            <a:ext cx="134817" cy="173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D015B3D9-F63A-2B3B-FB67-D555BEC389F1}"/>
              </a:ext>
            </a:extLst>
          </p:cNvPr>
          <p:cNvSpPr/>
          <p:nvPr/>
        </p:nvSpPr>
        <p:spPr>
          <a:xfrm rot="5400000">
            <a:off x="11577059" y="3350768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" name="Oval 1384">
            <a:extLst>
              <a:ext uri="{FF2B5EF4-FFF2-40B4-BE49-F238E27FC236}">
                <a16:creationId xmlns:a16="http://schemas.microsoft.com/office/drawing/2014/main" id="{9995706F-901D-0859-72B3-B8B750277A81}"/>
              </a:ext>
            </a:extLst>
          </p:cNvPr>
          <p:cNvSpPr/>
          <p:nvPr/>
        </p:nvSpPr>
        <p:spPr>
          <a:xfrm rot="5400000">
            <a:off x="11559335" y="3430641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86" name="Straight Connector 1385">
            <a:extLst>
              <a:ext uri="{FF2B5EF4-FFF2-40B4-BE49-F238E27FC236}">
                <a16:creationId xmlns:a16="http://schemas.microsoft.com/office/drawing/2014/main" id="{2642B754-DDDD-14D2-2F65-D4BC902DA897}"/>
              </a:ext>
            </a:extLst>
          </p:cNvPr>
          <p:cNvCxnSpPr>
            <a:cxnSpLocks/>
            <a:stCxn id="1385" idx="0"/>
            <a:endCxn id="1385" idx="4"/>
          </p:cNvCxnSpPr>
          <p:nvPr/>
        </p:nvCxnSpPr>
        <p:spPr>
          <a:xfrm rot="5400000">
            <a:off x="11585172" y="3430641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7" name="Oval 1386">
            <a:extLst>
              <a:ext uri="{FF2B5EF4-FFF2-40B4-BE49-F238E27FC236}">
                <a16:creationId xmlns:a16="http://schemas.microsoft.com/office/drawing/2014/main" id="{5DD18665-8855-20B5-3ADF-4B0A3EECF3A5}"/>
              </a:ext>
            </a:extLst>
          </p:cNvPr>
          <p:cNvSpPr/>
          <p:nvPr/>
        </p:nvSpPr>
        <p:spPr>
          <a:xfrm rot="5400000">
            <a:off x="11559335" y="3430641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506DA3F0-9D25-67B2-2AB5-6F7FCCD11F88}"/>
              </a:ext>
            </a:extLst>
          </p:cNvPr>
          <p:cNvSpPr/>
          <p:nvPr/>
        </p:nvSpPr>
        <p:spPr>
          <a:xfrm rot="5400000">
            <a:off x="11574089" y="3483845"/>
            <a:ext cx="118952" cy="208605"/>
          </a:xfrm>
          <a:prstGeom prst="rect">
            <a:avLst/>
          </a:prstGeom>
          <a:solidFill>
            <a:srgbClr val="1A4C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0" name="Oval 1379">
            <a:extLst>
              <a:ext uri="{FF2B5EF4-FFF2-40B4-BE49-F238E27FC236}">
                <a16:creationId xmlns:a16="http://schemas.microsoft.com/office/drawing/2014/main" id="{A0C8EA3E-4E21-32E0-B76A-B890C1CEB92B}"/>
              </a:ext>
            </a:extLst>
          </p:cNvPr>
          <p:cNvSpPr/>
          <p:nvPr/>
        </p:nvSpPr>
        <p:spPr>
          <a:xfrm rot="5400000">
            <a:off x="11556365" y="3563718"/>
            <a:ext cx="51673" cy="4839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81" name="Straight Connector 1380">
            <a:extLst>
              <a:ext uri="{FF2B5EF4-FFF2-40B4-BE49-F238E27FC236}">
                <a16:creationId xmlns:a16="http://schemas.microsoft.com/office/drawing/2014/main" id="{9CBD52C4-36A1-B3C3-2134-431101F90EA0}"/>
              </a:ext>
            </a:extLst>
          </p:cNvPr>
          <p:cNvCxnSpPr>
            <a:cxnSpLocks/>
            <a:stCxn id="1380" idx="0"/>
            <a:endCxn id="1380" idx="4"/>
          </p:cNvCxnSpPr>
          <p:nvPr/>
        </p:nvCxnSpPr>
        <p:spPr>
          <a:xfrm rot="5400000">
            <a:off x="11582202" y="3563718"/>
            <a:ext cx="0" cy="48392"/>
          </a:xfrm>
          <a:prstGeom prst="line">
            <a:avLst/>
          </a:prstGeom>
          <a:ln w="12700">
            <a:solidFill>
              <a:srgbClr val="858A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" name="Oval 1381">
            <a:extLst>
              <a:ext uri="{FF2B5EF4-FFF2-40B4-BE49-F238E27FC236}">
                <a16:creationId xmlns:a16="http://schemas.microsoft.com/office/drawing/2014/main" id="{4592D7EA-05EA-9B76-FF74-76039112B425}"/>
              </a:ext>
            </a:extLst>
          </p:cNvPr>
          <p:cNvSpPr/>
          <p:nvPr/>
        </p:nvSpPr>
        <p:spPr>
          <a:xfrm rot="5400000">
            <a:off x="11556365" y="3563718"/>
            <a:ext cx="51673" cy="48392"/>
          </a:xfrm>
          <a:prstGeom prst="ellipse">
            <a:avLst/>
          </a:prstGeom>
          <a:noFill/>
          <a:ln w="952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6" name="Rectangle: Rounded Corners 1365">
            <a:extLst>
              <a:ext uri="{FF2B5EF4-FFF2-40B4-BE49-F238E27FC236}">
                <a16:creationId xmlns:a16="http://schemas.microsoft.com/office/drawing/2014/main" id="{B1C56818-CF18-64AC-69B4-403DFE952F9E}"/>
              </a:ext>
            </a:extLst>
          </p:cNvPr>
          <p:cNvSpPr/>
          <p:nvPr/>
        </p:nvSpPr>
        <p:spPr>
          <a:xfrm rot="5400000">
            <a:off x="11233156" y="3261372"/>
            <a:ext cx="166533" cy="35749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7" name="Straight Connector 1366">
            <a:extLst>
              <a:ext uri="{FF2B5EF4-FFF2-40B4-BE49-F238E27FC236}">
                <a16:creationId xmlns:a16="http://schemas.microsoft.com/office/drawing/2014/main" id="{6267918F-3F31-7E51-E6A3-18832AC4879E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88596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traight Connector 1367">
            <a:extLst>
              <a:ext uri="{FF2B5EF4-FFF2-40B4-BE49-F238E27FC236}">
                <a16:creationId xmlns:a16="http://schemas.microsoft.com/office/drawing/2014/main" id="{DB8C367D-8FCC-A249-1BE8-2DE600007603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58568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traight Connector 1368">
            <a:extLst>
              <a:ext uri="{FF2B5EF4-FFF2-40B4-BE49-F238E27FC236}">
                <a16:creationId xmlns:a16="http://schemas.microsoft.com/office/drawing/2014/main" id="{54279C82-D61E-DE20-57F3-AD1EA9C559CB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30701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0" name="Straight Connector 1369">
            <a:extLst>
              <a:ext uri="{FF2B5EF4-FFF2-40B4-BE49-F238E27FC236}">
                <a16:creationId xmlns:a16="http://schemas.microsoft.com/office/drawing/2014/main" id="{EC7A2C57-A95D-8A6A-B91A-3AAD5B4EA493}"/>
              </a:ext>
            </a:extLst>
          </p:cNvPr>
          <p:cNvCxnSpPr>
            <a:cxnSpLocks/>
          </p:cNvCxnSpPr>
          <p:nvPr/>
        </p:nvCxnSpPr>
        <p:spPr>
          <a:xfrm rot="5400000" flipH="1">
            <a:off x="11300672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traight Connector 1370">
            <a:extLst>
              <a:ext uri="{FF2B5EF4-FFF2-40B4-BE49-F238E27FC236}">
                <a16:creationId xmlns:a16="http://schemas.microsoft.com/office/drawing/2014/main" id="{EF1119FD-8C60-8EB8-4E4A-5F5519B9B42E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72770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Straight Connector 1371">
            <a:extLst>
              <a:ext uri="{FF2B5EF4-FFF2-40B4-BE49-F238E27FC236}">
                <a16:creationId xmlns:a16="http://schemas.microsoft.com/office/drawing/2014/main" id="{74154989-077C-EA37-E96E-2C8CEA042FF9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42741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Straight Connector 1372">
            <a:extLst>
              <a:ext uri="{FF2B5EF4-FFF2-40B4-BE49-F238E27FC236}">
                <a16:creationId xmlns:a16="http://schemas.microsoft.com/office/drawing/2014/main" id="{6000725E-640C-051E-06DA-827510EC7AA6}"/>
              </a:ext>
            </a:extLst>
          </p:cNvPr>
          <p:cNvCxnSpPr>
            <a:cxnSpLocks/>
          </p:cNvCxnSpPr>
          <p:nvPr/>
        </p:nvCxnSpPr>
        <p:spPr>
          <a:xfrm rot="5400000" flipH="1">
            <a:off x="11214875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4" name="Straight Connector 1373">
            <a:extLst>
              <a:ext uri="{FF2B5EF4-FFF2-40B4-BE49-F238E27FC236}">
                <a16:creationId xmlns:a16="http://schemas.microsoft.com/office/drawing/2014/main" id="{5877C683-D7B2-2492-D581-E6B61480CB2E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84846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5" name="Straight Connector 1374">
            <a:extLst>
              <a:ext uri="{FF2B5EF4-FFF2-40B4-BE49-F238E27FC236}">
                <a16:creationId xmlns:a16="http://schemas.microsoft.com/office/drawing/2014/main" id="{72F80AEE-5A18-F10A-1106-C4A21499602F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56961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" name="Straight Connector 1375">
            <a:extLst>
              <a:ext uri="{FF2B5EF4-FFF2-40B4-BE49-F238E27FC236}">
                <a16:creationId xmlns:a16="http://schemas.microsoft.com/office/drawing/2014/main" id="{3F9E78B8-37F8-4064-A741-29ECD35BB0C7}"/>
              </a:ext>
            </a:extLst>
          </p:cNvPr>
          <p:cNvCxnSpPr>
            <a:cxnSpLocks/>
          </p:cNvCxnSpPr>
          <p:nvPr/>
        </p:nvCxnSpPr>
        <p:spPr>
          <a:xfrm rot="5400000" flipH="1">
            <a:off x="11129059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7" name="Straight Connector 1376">
            <a:extLst>
              <a:ext uri="{FF2B5EF4-FFF2-40B4-BE49-F238E27FC236}">
                <a16:creationId xmlns:a16="http://schemas.microsoft.com/office/drawing/2014/main" id="{F206AAB5-DEA1-313C-E2A5-B6A05CA5996A}"/>
              </a:ext>
            </a:extLst>
          </p:cNvPr>
          <p:cNvCxnSpPr>
            <a:cxnSpLocks/>
          </p:cNvCxnSpPr>
          <p:nvPr/>
        </p:nvCxnSpPr>
        <p:spPr>
          <a:xfrm rot="5400000" flipH="1">
            <a:off x="11099030" y="3440117"/>
            <a:ext cx="145936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Straight Connector 1360">
            <a:extLst>
              <a:ext uri="{FF2B5EF4-FFF2-40B4-BE49-F238E27FC236}">
                <a16:creationId xmlns:a16="http://schemas.microsoft.com/office/drawing/2014/main" id="{46860968-9F2C-AC4F-2FC6-26F57A373BC3}"/>
              </a:ext>
            </a:extLst>
          </p:cNvPr>
          <p:cNvCxnSpPr>
            <a:cxnSpLocks/>
          </p:cNvCxnSpPr>
          <p:nvPr/>
        </p:nvCxnSpPr>
        <p:spPr>
          <a:xfrm rot="5400000">
            <a:off x="11436091" y="3619331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Straight Connector 1361">
            <a:extLst>
              <a:ext uri="{FF2B5EF4-FFF2-40B4-BE49-F238E27FC236}">
                <a16:creationId xmlns:a16="http://schemas.microsoft.com/office/drawing/2014/main" id="{BE13A454-B810-DA66-5118-5EDAFC755A04}"/>
              </a:ext>
            </a:extLst>
          </p:cNvPr>
          <p:cNvCxnSpPr>
            <a:cxnSpLocks/>
          </p:cNvCxnSpPr>
          <p:nvPr/>
        </p:nvCxnSpPr>
        <p:spPr>
          <a:xfrm rot="5400000">
            <a:off x="11346721" y="3619332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Straight Connector 1362">
            <a:extLst>
              <a:ext uri="{FF2B5EF4-FFF2-40B4-BE49-F238E27FC236}">
                <a16:creationId xmlns:a16="http://schemas.microsoft.com/office/drawing/2014/main" id="{E68DF869-863D-BAF6-10ED-705034AB0C5D}"/>
              </a:ext>
            </a:extLst>
          </p:cNvPr>
          <p:cNvCxnSpPr>
            <a:cxnSpLocks/>
          </p:cNvCxnSpPr>
          <p:nvPr/>
        </p:nvCxnSpPr>
        <p:spPr>
          <a:xfrm rot="5400000">
            <a:off x="11391765" y="3619332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Connector 1363">
            <a:extLst>
              <a:ext uri="{FF2B5EF4-FFF2-40B4-BE49-F238E27FC236}">
                <a16:creationId xmlns:a16="http://schemas.microsoft.com/office/drawing/2014/main" id="{C6064DD8-6BC6-78D4-32F4-AEB0FE5E9D94}"/>
              </a:ext>
            </a:extLst>
          </p:cNvPr>
          <p:cNvCxnSpPr>
            <a:cxnSpLocks/>
          </p:cNvCxnSpPr>
          <p:nvPr/>
        </p:nvCxnSpPr>
        <p:spPr>
          <a:xfrm rot="5400000">
            <a:off x="11393196" y="3555230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Rectangle 1364">
            <a:extLst>
              <a:ext uri="{FF2B5EF4-FFF2-40B4-BE49-F238E27FC236}">
                <a16:creationId xmlns:a16="http://schemas.microsoft.com/office/drawing/2014/main" id="{C128A7E7-25FC-7328-AA4D-D16B44310920}"/>
              </a:ext>
            </a:extLst>
          </p:cNvPr>
          <p:cNvSpPr/>
          <p:nvPr/>
        </p:nvSpPr>
        <p:spPr>
          <a:xfrm rot="5400000">
            <a:off x="11380023" y="3532051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6" name="Straight Connector 1355">
            <a:extLst>
              <a:ext uri="{FF2B5EF4-FFF2-40B4-BE49-F238E27FC236}">
                <a16:creationId xmlns:a16="http://schemas.microsoft.com/office/drawing/2014/main" id="{F769B5C4-1EFE-7764-1DC5-A8FE9DE28D59}"/>
              </a:ext>
            </a:extLst>
          </p:cNvPr>
          <p:cNvCxnSpPr>
            <a:cxnSpLocks/>
          </p:cNvCxnSpPr>
          <p:nvPr/>
        </p:nvCxnSpPr>
        <p:spPr>
          <a:xfrm rot="16200000">
            <a:off x="11320002" y="3701595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Straight Connector 1356">
            <a:extLst>
              <a:ext uri="{FF2B5EF4-FFF2-40B4-BE49-F238E27FC236}">
                <a16:creationId xmlns:a16="http://schemas.microsoft.com/office/drawing/2014/main" id="{EAF9576A-6A44-0713-C44B-98349988BCA0}"/>
              </a:ext>
            </a:extLst>
          </p:cNvPr>
          <p:cNvCxnSpPr>
            <a:cxnSpLocks/>
          </p:cNvCxnSpPr>
          <p:nvPr/>
        </p:nvCxnSpPr>
        <p:spPr>
          <a:xfrm rot="16200000">
            <a:off x="11409372" y="3701594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Straight Connector 1357">
            <a:extLst>
              <a:ext uri="{FF2B5EF4-FFF2-40B4-BE49-F238E27FC236}">
                <a16:creationId xmlns:a16="http://schemas.microsoft.com/office/drawing/2014/main" id="{CEA10AE0-BEE9-E9E1-19DD-1AFEF8E0A685}"/>
              </a:ext>
            </a:extLst>
          </p:cNvPr>
          <p:cNvCxnSpPr>
            <a:cxnSpLocks/>
          </p:cNvCxnSpPr>
          <p:nvPr/>
        </p:nvCxnSpPr>
        <p:spPr>
          <a:xfrm rot="16200000">
            <a:off x="11364328" y="3701594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Straight Connector 1358">
            <a:extLst>
              <a:ext uri="{FF2B5EF4-FFF2-40B4-BE49-F238E27FC236}">
                <a16:creationId xmlns:a16="http://schemas.microsoft.com/office/drawing/2014/main" id="{99CBF10A-2D45-30DA-D22B-CD9F728B3F28}"/>
              </a:ext>
            </a:extLst>
          </p:cNvPr>
          <p:cNvCxnSpPr>
            <a:cxnSpLocks/>
          </p:cNvCxnSpPr>
          <p:nvPr/>
        </p:nvCxnSpPr>
        <p:spPr>
          <a:xfrm rot="16200000">
            <a:off x="11362897" y="3765696"/>
            <a:ext cx="2949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0" name="Rectangle 1359">
            <a:extLst>
              <a:ext uri="{FF2B5EF4-FFF2-40B4-BE49-F238E27FC236}">
                <a16:creationId xmlns:a16="http://schemas.microsoft.com/office/drawing/2014/main" id="{1084A2A5-532E-33AD-F4FD-C38BDC9C0C9D}"/>
              </a:ext>
            </a:extLst>
          </p:cNvPr>
          <p:cNvSpPr/>
          <p:nvPr/>
        </p:nvSpPr>
        <p:spPr>
          <a:xfrm rot="16200000">
            <a:off x="11354016" y="3677337"/>
            <a:ext cx="51546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1" name="Straight Connector 1350">
            <a:extLst>
              <a:ext uri="{FF2B5EF4-FFF2-40B4-BE49-F238E27FC236}">
                <a16:creationId xmlns:a16="http://schemas.microsoft.com/office/drawing/2014/main" id="{30F08633-55B5-603A-8918-5F1C5794D64E}"/>
              </a:ext>
            </a:extLst>
          </p:cNvPr>
          <p:cNvCxnSpPr>
            <a:cxnSpLocks/>
          </p:cNvCxnSpPr>
          <p:nvPr/>
        </p:nvCxnSpPr>
        <p:spPr>
          <a:xfrm rot="5400000">
            <a:off x="11202846" y="3661793"/>
            <a:ext cx="150842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2" name="Straight Connector 1351">
            <a:extLst>
              <a:ext uri="{FF2B5EF4-FFF2-40B4-BE49-F238E27FC236}">
                <a16:creationId xmlns:a16="http://schemas.microsoft.com/office/drawing/2014/main" id="{A95C9276-E78D-0A3B-D622-B19A174BF98E}"/>
              </a:ext>
            </a:extLst>
          </p:cNvPr>
          <p:cNvCxnSpPr>
            <a:cxnSpLocks/>
          </p:cNvCxnSpPr>
          <p:nvPr/>
        </p:nvCxnSpPr>
        <p:spPr>
          <a:xfrm rot="5400000">
            <a:off x="11113475" y="3661794"/>
            <a:ext cx="150843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3" name="Straight Connector 1352">
            <a:extLst>
              <a:ext uri="{FF2B5EF4-FFF2-40B4-BE49-F238E27FC236}">
                <a16:creationId xmlns:a16="http://schemas.microsoft.com/office/drawing/2014/main" id="{0FCA6399-E497-800D-B866-FB6D28C33BD3}"/>
              </a:ext>
            </a:extLst>
          </p:cNvPr>
          <p:cNvCxnSpPr>
            <a:cxnSpLocks/>
          </p:cNvCxnSpPr>
          <p:nvPr/>
        </p:nvCxnSpPr>
        <p:spPr>
          <a:xfrm rot="5400000">
            <a:off x="11145647" y="3661793"/>
            <a:ext cx="150840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Straight Connector 1353">
            <a:extLst>
              <a:ext uri="{FF2B5EF4-FFF2-40B4-BE49-F238E27FC236}">
                <a16:creationId xmlns:a16="http://schemas.microsoft.com/office/drawing/2014/main" id="{DEFF7CF0-6F6A-5193-6CCF-0B756681CB9F}"/>
              </a:ext>
            </a:extLst>
          </p:cNvPr>
          <p:cNvCxnSpPr>
            <a:cxnSpLocks/>
          </p:cNvCxnSpPr>
          <p:nvPr/>
        </p:nvCxnSpPr>
        <p:spPr>
          <a:xfrm rot="5400000">
            <a:off x="11176954" y="3661956"/>
            <a:ext cx="152077" cy="91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F90C91DE-404A-0101-6961-A7949A434213}"/>
              </a:ext>
            </a:extLst>
          </p:cNvPr>
          <p:cNvSpPr/>
          <p:nvPr/>
        </p:nvSpPr>
        <p:spPr>
          <a:xfrm rot="5400000">
            <a:off x="11185716" y="3606022"/>
            <a:ext cx="96442" cy="111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7" name="Rectangle: Rounded Corners 1416">
            <a:extLst>
              <a:ext uri="{FF2B5EF4-FFF2-40B4-BE49-F238E27FC236}">
                <a16:creationId xmlns:a16="http://schemas.microsoft.com/office/drawing/2014/main" id="{EAA5998C-4B7D-CC0B-4D6D-B256A378F79A}"/>
              </a:ext>
            </a:extLst>
          </p:cNvPr>
          <p:cNvSpPr/>
          <p:nvPr/>
        </p:nvSpPr>
        <p:spPr>
          <a:xfrm>
            <a:off x="3900587" y="2841069"/>
            <a:ext cx="2754501" cy="977811"/>
          </a:xfrm>
          <a:prstGeom prst="roundRect">
            <a:avLst/>
          </a:prstGeom>
          <a:solidFill>
            <a:srgbClr val="89BE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8" name="Rectangle 1417">
            <a:extLst>
              <a:ext uri="{FF2B5EF4-FFF2-40B4-BE49-F238E27FC236}">
                <a16:creationId xmlns:a16="http://schemas.microsoft.com/office/drawing/2014/main" id="{4B3DE6E3-DDDE-9083-B8D5-5020E2C2B394}"/>
              </a:ext>
            </a:extLst>
          </p:cNvPr>
          <p:cNvSpPr/>
          <p:nvPr/>
        </p:nvSpPr>
        <p:spPr>
          <a:xfrm>
            <a:off x="5150095" y="3195992"/>
            <a:ext cx="211030" cy="350236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4" name="Oval 1543">
            <a:extLst>
              <a:ext uri="{FF2B5EF4-FFF2-40B4-BE49-F238E27FC236}">
                <a16:creationId xmlns:a16="http://schemas.microsoft.com/office/drawing/2014/main" id="{1EA4244B-44FA-2F07-9663-399E3DD8797F}"/>
              </a:ext>
            </a:extLst>
          </p:cNvPr>
          <p:cNvSpPr/>
          <p:nvPr/>
        </p:nvSpPr>
        <p:spPr>
          <a:xfrm>
            <a:off x="4265270" y="2954882"/>
            <a:ext cx="246357" cy="2259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5" name="Chord 1544">
            <a:extLst>
              <a:ext uri="{FF2B5EF4-FFF2-40B4-BE49-F238E27FC236}">
                <a16:creationId xmlns:a16="http://schemas.microsoft.com/office/drawing/2014/main" id="{D7BFE995-505E-2397-485A-7D86ABDD91BE}"/>
              </a:ext>
            </a:extLst>
          </p:cNvPr>
          <p:cNvSpPr/>
          <p:nvPr/>
        </p:nvSpPr>
        <p:spPr>
          <a:xfrm>
            <a:off x="4265269" y="2957588"/>
            <a:ext cx="246357" cy="21901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1" name="Straight Connector 1540">
            <a:extLst>
              <a:ext uri="{FF2B5EF4-FFF2-40B4-BE49-F238E27FC236}">
                <a16:creationId xmlns:a16="http://schemas.microsoft.com/office/drawing/2014/main" id="{B6049E23-7CA6-38BA-00B7-6FB07636F7FC}"/>
              </a:ext>
            </a:extLst>
          </p:cNvPr>
          <p:cNvCxnSpPr>
            <a:cxnSpLocks/>
          </p:cNvCxnSpPr>
          <p:nvPr/>
        </p:nvCxnSpPr>
        <p:spPr>
          <a:xfrm rot="10800000">
            <a:off x="4159325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Straight Connector 1541">
            <a:extLst>
              <a:ext uri="{FF2B5EF4-FFF2-40B4-BE49-F238E27FC236}">
                <a16:creationId xmlns:a16="http://schemas.microsoft.com/office/drawing/2014/main" id="{EE005F1D-04C2-C0C0-A60D-FFA3DDBF12D2}"/>
              </a:ext>
            </a:extLst>
          </p:cNvPr>
          <p:cNvCxnSpPr>
            <a:cxnSpLocks/>
          </p:cNvCxnSpPr>
          <p:nvPr/>
        </p:nvCxnSpPr>
        <p:spPr>
          <a:xfrm rot="10800000">
            <a:off x="4158346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3" name="Rectangle 1542">
            <a:extLst>
              <a:ext uri="{FF2B5EF4-FFF2-40B4-BE49-F238E27FC236}">
                <a16:creationId xmlns:a16="http://schemas.microsoft.com/office/drawing/2014/main" id="{7604D6B6-5194-530F-B3DC-D08763D77F35}"/>
              </a:ext>
            </a:extLst>
          </p:cNvPr>
          <p:cNvSpPr/>
          <p:nvPr/>
        </p:nvSpPr>
        <p:spPr>
          <a:xfrm rot="10800000">
            <a:off x="4150772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8" name="Straight Connector 1537">
            <a:extLst>
              <a:ext uri="{FF2B5EF4-FFF2-40B4-BE49-F238E27FC236}">
                <a16:creationId xmlns:a16="http://schemas.microsoft.com/office/drawing/2014/main" id="{50149183-E68A-DB95-C917-355CE84360F0}"/>
              </a:ext>
            </a:extLst>
          </p:cNvPr>
          <p:cNvCxnSpPr>
            <a:cxnSpLocks/>
          </p:cNvCxnSpPr>
          <p:nvPr/>
        </p:nvCxnSpPr>
        <p:spPr>
          <a:xfrm rot="10800000">
            <a:off x="4239000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" name="Straight Connector 1538">
            <a:extLst>
              <a:ext uri="{FF2B5EF4-FFF2-40B4-BE49-F238E27FC236}">
                <a16:creationId xmlns:a16="http://schemas.microsoft.com/office/drawing/2014/main" id="{918D93B7-FD3F-2D86-6A1B-ED8618954035}"/>
              </a:ext>
            </a:extLst>
          </p:cNvPr>
          <p:cNvCxnSpPr>
            <a:cxnSpLocks/>
          </p:cNvCxnSpPr>
          <p:nvPr/>
        </p:nvCxnSpPr>
        <p:spPr>
          <a:xfrm rot="10800000">
            <a:off x="4238021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0" name="Rectangle 1539">
            <a:extLst>
              <a:ext uri="{FF2B5EF4-FFF2-40B4-BE49-F238E27FC236}">
                <a16:creationId xmlns:a16="http://schemas.microsoft.com/office/drawing/2014/main" id="{86FAF1C1-39C4-9350-0FFF-EC25CFFBC337}"/>
              </a:ext>
            </a:extLst>
          </p:cNvPr>
          <p:cNvSpPr/>
          <p:nvPr/>
        </p:nvSpPr>
        <p:spPr>
          <a:xfrm rot="10800000">
            <a:off x="4230447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5" name="Straight Connector 1534">
            <a:extLst>
              <a:ext uri="{FF2B5EF4-FFF2-40B4-BE49-F238E27FC236}">
                <a16:creationId xmlns:a16="http://schemas.microsoft.com/office/drawing/2014/main" id="{9ACD65AF-CCBB-15F6-3058-18BE79BEEC44}"/>
              </a:ext>
            </a:extLst>
          </p:cNvPr>
          <p:cNvCxnSpPr>
            <a:cxnSpLocks/>
          </p:cNvCxnSpPr>
          <p:nvPr/>
        </p:nvCxnSpPr>
        <p:spPr>
          <a:xfrm rot="10800000">
            <a:off x="4315789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" name="Straight Connector 1535">
            <a:extLst>
              <a:ext uri="{FF2B5EF4-FFF2-40B4-BE49-F238E27FC236}">
                <a16:creationId xmlns:a16="http://schemas.microsoft.com/office/drawing/2014/main" id="{C44A2808-F99D-0C7E-50E9-5C6D3A0F551A}"/>
              </a:ext>
            </a:extLst>
          </p:cNvPr>
          <p:cNvCxnSpPr>
            <a:cxnSpLocks/>
          </p:cNvCxnSpPr>
          <p:nvPr/>
        </p:nvCxnSpPr>
        <p:spPr>
          <a:xfrm rot="10800000">
            <a:off x="4314810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" name="Rectangle 1536">
            <a:extLst>
              <a:ext uri="{FF2B5EF4-FFF2-40B4-BE49-F238E27FC236}">
                <a16:creationId xmlns:a16="http://schemas.microsoft.com/office/drawing/2014/main" id="{916B67F4-1549-CCA3-29FA-C5E19BD7B285}"/>
              </a:ext>
            </a:extLst>
          </p:cNvPr>
          <p:cNvSpPr/>
          <p:nvPr/>
        </p:nvSpPr>
        <p:spPr>
          <a:xfrm rot="10800000">
            <a:off x="4307236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2" name="Straight Connector 1531">
            <a:extLst>
              <a:ext uri="{FF2B5EF4-FFF2-40B4-BE49-F238E27FC236}">
                <a16:creationId xmlns:a16="http://schemas.microsoft.com/office/drawing/2014/main" id="{AF65F2D1-3418-F2F2-C908-6FD20343FD27}"/>
              </a:ext>
            </a:extLst>
          </p:cNvPr>
          <p:cNvCxnSpPr>
            <a:cxnSpLocks/>
          </p:cNvCxnSpPr>
          <p:nvPr/>
        </p:nvCxnSpPr>
        <p:spPr>
          <a:xfrm rot="10800000">
            <a:off x="4395463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" name="Straight Connector 1532">
            <a:extLst>
              <a:ext uri="{FF2B5EF4-FFF2-40B4-BE49-F238E27FC236}">
                <a16:creationId xmlns:a16="http://schemas.microsoft.com/office/drawing/2014/main" id="{489617FE-CCCE-8280-AFDE-7B1A6D89692A}"/>
              </a:ext>
            </a:extLst>
          </p:cNvPr>
          <p:cNvCxnSpPr>
            <a:cxnSpLocks/>
          </p:cNvCxnSpPr>
          <p:nvPr/>
        </p:nvCxnSpPr>
        <p:spPr>
          <a:xfrm rot="10800000">
            <a:off x="4394484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4" name="Rectangle 1533">
            <a:extLst>
              <a:ext uri="{FF2B5EF4-FFF2-40B4-BE49-F238E27FC236}">
                <a16:creationId xmlns:a16="http://schemas.microsoft.com/office/drawing/2014/main" id="{F120FA1A-25B5-5AF3-7F58-BC8169F98FF0}"/>
              </a:ext>
            </a:extLst>
          </p:cNvPr>
          <p:cNvSpPr/>
          <p:nvPr/>
        </p:nvSpPr>
        <p:spPr>
          <a:xfrm rot="10800000">
            <a:off x="4386910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29" name="Straight Connector 1528">
            <a:extLst>
              <a:ext uri="{FF2B5EF4-FFF2-40B4-BE49-F238E27FC236}">
                <a16:creationId xmlns:a16="http://schemas.microsoft.com/office/drawing/2014/main" id="{462ADB02-8196-CE3F-9B53-DCED4BA23D82}"/>
              </a:ext>
            </a:extLst>
          </p:cNvPr>
          <p:cNvCxnSpPr>
            <a:cxnSpLocks/>
          </p:cNvCxnSpPr>
          <p:nvPr/>
        </p:nvCxnSpPr>
        <p:spPr>
          <a:xfrm rot="10800000">
            <a:off x="4471555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0" name="Straight Connector 1529">
            <a:extLst>
              <a:ext uri="{FF2B5EF4-FFF2-40B4-BE49-F238E27FC236}">
                <a16:creationId xmlns:a16="http://schemas.microsoft.com/office/drawing/2014/main" id="{6F8DC338-A690-4902-2A03-E4AC56D68DA3}"/>
              </a:ext>
            </a:extLst>
          </p:cNvPr>
          <p:cNvCxnSpPr>
            <a:cxnSpLocks/>
          </p:cNvCxnSpPr>
          <p:nvPr/>
        </p:nvCxnSpPr>
        <p:spPr>
          <a:xfrm rot="10800000">
            <a:off x="4470576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1" name="Rectangle 1530">
            <a:extLst>
              <a:ext uri="{FF2B5EF4-FFF2-40B4-BE49-F238E27FC236}">
                <a16:creationId xmlns:a16="http://schemas.microsoft.com/office/drawing/2014/main" id="{6C867E5D-09D4-00AF-34E6-DF6CEF55E552}"/>
              </a:ext>
            </a:extLst>
          </p:cNvPr>
          <p:cNvSpPr/>
          <p:nvPr/>
        </p:nvSpPr>
        <p:spPr>
          <a:xfrm rot="10800000">
            <a:off x="4463002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26" name="Straight Connector 1525">
            <a:extLst>
              <a:ext uri="{FF2B5EF4-FFF2-40B4-BE49-F238E27FC236}">
                <a16:creationId xmlns:a16="http://schemas.microsoft.com/office/drawing/2014/main" id="{CBCEBBCC-00C4-E350-CE6E-50B4FA941AC2}"/>
              </a:ext>
            </a:extLst>
          </p:cNvPr>
          <p:cNvCxnSpPr>
            <a:cxnSpLocks/>
          </p:cNvCxnSpPr>
          <p:nvPr/>
        </p:nvCxnSpPr>
        <p:spPr>
          <a:xfrm rot="10800000">
            <a:off x="4551229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7" name="Straight Connector 1526">
            <a:extLst>
              <a:ext uri="{FF2B5EF4-FFF2-40B4-BE49-F238E27FC236}">
                <a16:creationId xmlns:a16="http://schemas.microsoft.com/office/drawing/2014/main" id="{F10B137F-C3A2-9042-F55D-841C82E95CCD}"/>
              </a:ext>
            </a:extLst>
          </p:cNvPr>
          <p:cNvCxnSpPr>
            <a:cxnSpLocks/>
          </p:cNvCxnSpPr>
          <p:nvPr/>
        </p:nvCxnSpPr>
        <p:spPr>
          <a:xfrm rot="10800000">
            <a:off x="4550250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8" name="Rectangle 1527">
            <a:extLst>
              <a:ext uri="{FF2B5EF4-FFF2-40B4-BE49-F238E27FC236}">
                <a16:creationId xmlns:a16="http://schemas.microsoft.com/office/drawing/2014/main" id="{FE32FA73-DEC0-92C7-1AF7-BC9B2BB8175C}"/>
              </a:ext>
            </a:extLst>
          </p:cNvPr>
          <p:cNvSpPr/>
          <p:nvPr/>
        </p:nvSpPr>
        <p:spPr>
          <a:xfrm rot="10800000">
            <a:off x="4542676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23" name="Straight Connector 1522">
            <a:extLst>
              <a:ext uri="{FF2B5EF4-FFF2-40B4-BE49-F238E27FC236}">
                <a16:creationId xmlns:a16="http://schemas.microsoft.com/office/drawing/2014/main" id="{E5B65046-11EB-D315-8728-9B952BECA858}"/>
              </a:ext>
            </a:extLst>
          </p:cNvPr>
          <p:cNvCxnSpPr>
            <a:cxnSpLocks/>
          </p:cNvCxnSpPr>
          <p:nvPr/>
        </p:nvCxnSpPr>
        <p:spPr>
          <a:xfrm rot="10800000">
            <a:off x="4622745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Straight Connector 1523">
            <a:extLst>
              <a:ext uri="{FF2B5EF4-FFF2-40B4-BE49-F238E27FC236}">
                <a16:creationId xmlns:a16="http://schemas.microsoft.com/office/drawing/2014/main" id="{A333378A-1EC3-FBF5-5224-D369219462E5}"/>
              </a:ext>
            </a:extLst>
          </p:cNvPr>
          <p:cNvCxnSpPr>
            <a:cxnSpLocks/>
          </p:cNvCxnSpPr>
          <p:nvPr/>
        </p:nvCxnSpPr>
        <p:spPr>
          <a:xfrm rot="10800000">
            <a:off x="4621766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5" name="Rectangle 1524">
            <a:extLst>
              <a:ext uri="{FF2B5EF4-FFF2-40B4-BE49-F238E27FC236}">
                <a16:creationId xmlns:a16="http://schemas.microsoft.com/office/drawing/2014/main" id="{2806EB93-FB34-5719-E195-ECCD3A62C0E1}"/>
              </a:ext>
            </a:extLst>
          </p:cNvPr>
          <p:cNvSpPr/>
          <p:nvPr/>
        </p:nvSpPr>
        <p:spPr>
          <a:xfrm rot="10800000">
            <a:off x="4614192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20" name="Straight Connector 1519">
            <a:extLst>
              <a:ext uri="{FF2B5EF4-FFF2-40B4-BE49-F238E27FC236}">
                <a16:creationId xmlns:a16="http://schemas.microsoft.com/office/drawing/2014/main" id="{CD69CEAB-1460-68A0-BA9E-756C26EA563D}"/>
              </a:ext>
            </a:extLst>
          </p:cNvPr>
          <p:cNvCxnSpPr>
            <a:cxnSpLocks/>
          </p:cNvCxnSpPr>
          <p:nvPr/>
        </p:nvCxnSpPr>
        <p:spPr>
          <a:xfrm rot="10800000">
            <a:off x="4702420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Straight Connector 1520">
            <a:extLst>
              <a:ext uri="{FF2B5EF4-FFF2-40B4-BE49-F238E27FC236}">
                <a16:creationId xmlns:a16="http://schemas.microsoft.com/office/drawing/2014/main" id="{B1758E3E-B4BB-2218-330F-36C9FEA5025C}"/>
              </a:ext>
            </a:extLst>
          </p:cNvPr>
          <p:cNvCxnSpPr>
            <a:cxnSpLocks/>
          </p:cNvCxnSpPr>
          <p:nvPr/>
        </p:nvCxnSpPr>
        <p:spPr>
          <a:xfrm rot="10800000">
            <a:off x="4701441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2" name="Rectangle 1521">
            <a:extLst>
              <a:ext uri="{FF2B5EF4-FFF2-40B4-BE49-F238E27FC236}">
                <a16:creationId xmlns:a16="http://schemas.microsoft.com/office/drawing/2014/main" id="{203052A0-122D-7185-22CD-9C73F1EBDC76}"/>
              </a:ext>
            </a:extLst>
          </p:cNvPr>
          <p:cNvSpPr/>
          <p:nvPr/>
        </p:nvSpPr>
        <p:spPr>
          <a:xfrm rot="10800000">
            <a:off x="4693867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7" name="Straight Connector 1516">
            <a:extLst>
              <a:ext uri="{FF2B5EF4-FFF2-40B4-BE49-F238E27FC236}">
                <a16:creationId xmlns:a16="http://schemas.microsoft.com/office/drawing/2014/main" id="{4432B5A5-066D-949A-869C-5B8EFA188512}"/>
              </a:ext>
            </a:extLst>
          </p:cNvPr>
          <p:cNvCxnSpPr>
            <a:cxnSpLocks/>
          </p:cNvCxnSpPr>
          <p:nvPr/>
        </p:nvCxnSpPr>
        <p:spPr>
          <a:xfrm rot="10800000">
            <a:off x="4116184" y="329817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Straight Connector 1517">
            <a:extLst>
              <a:ext uri="{FF2B5EF4-FFF2-40B4-BE49-F238E27FC236}">
                <a16:creationId xmlns:a16="http://schemas.microsoft.com/office/drawing/2014/main" id="{BAEEE18A-08EC-F436-3DEE-9A55E83EBB5A}"/>
              </a:ext>
            </a:extLst>
          </p:cNvPr>
          <p:cNvCxnSpPr>
            <a:cxnSpLocks/>
          </p:cNvCxnSpPr>
          <p:nvPr/>
        </p:nvCxnSpPr>
        <p:spPr>
          <a:xfrm rot="10800000">
            <a:off x="4115205" y="319276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9" name="Rectangle 1518">
            <a:extLst>
              <a:ext uri="{FF2B5EF4-FFF2-40B4-BE49-F238E27FC236}">
                <a16:creationId xmlns:a16="http://schemas.microsoft.com/office/drawing/2014/main" id="{D9BFECCA-25B5-C5B0-12E4-956FA638F2B4}"/>
              </a:ext>
            </a:extLst>
          </p:cNvPr>
          <p:cNvSpPr/>
          <p:nvPr/>
        </p:nvSpPr>
        <p:spPr>
          <a:xfrm rot="10800000">
            <a:off x="4107631" y="319786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4" name="Straight Connector 1513">
            <a:extLst>
              <a:ext uri="{FF2B5EF4-FFF2-40B4-BE49-F238E27FC236}">
                <a16:creationId xmlns:a16="http://schemas.microsoft.com/office/drawing/2014/main" id="{210BB457-1E30-0F74-A659-DD4D90965676}"/>
              </a:ext>
            </a:extLst>
          </p:cNvPr>
          <p:cNvCxnSpPr>
            <a:cxnSpLocks/>
          </p:cNvCxnSpPr>
          <p:nvPr/>
        </p:nvCxnSpPr>
        <p:spPr>
          <a:xfrm rot="10800000">
            <a:off x="4195859" y="329817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5" name="Straight Connector 1514">
            <a:extLst>
              <a:ext uri="{FF2B5EF4-FFF2-40B4-BE49-F238E27FC236}">
                <a16:creationId xmlns:a16="http://schemas.microsoft.com/office/drawing/2014/main" id="{97456274-C87C-10A5-DF4E-59FA4AE17418}"/>
              </a:ext>
            </a:extLst>
          </p:cNvPr>
          <p:cNvCxnSpPr>
            <a:cxnSpLocks/>
          </p:cNvCxnSpPr>
          <p:nvPr/>
        </p:nvCxnSpPr>
        <p:spPr>
          <a:xfrm rot="10800000">
            <a:off x="4194880" y="319276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6" name="Rectangle 1515">
            <a:extLst>
              <a:ext uri="{FF2B5EF4-FFF2-40B4-BE49-F238E27FC236}">
                <a16:creationId xmlns:a16="http://schemas.microsoft.com/office/drawing/2014/main" id="{FC6ECF41-359E-A448-61B2-B6C67277D977}"/>
              </a:ext>
            </a:extLst>
          </p:cNvPr>
          <p:cNvSpPr/>
          <p:nvPr/>
        </p:nvSpPr>
        <p:spPr>
          <a:xfrm rot="10800000">
            <a:off x="4187306" y="319786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1" name="Straight Connector 1510">
            <a:extLst>
              <a:ext uri="{FF2B5EF4-FFF2-40B4-BE49-F238E27FC236}">
                <a16:creationId xmlns:a16="http://schemas.microsoft.com/office/drawing/2014/main" id="{2FAEB1F4-6C5D-3101-78BB-81BB573E1840}"/>
              </a:ext>
            </a:extLst>
          </p:cNvPr>
          <p:cNvCxnSpPr>
            <a:cxnSpLocks/>
          </p:cNvCxnSpPr>
          <p:nvPr/>
        </p:nvCxnSpPr>
        <p:spPr>
          <a:xfrm rot="16200000">
            <a:off x="4591979" y="3104135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2" name="Straight Connector 1511">
            <a:extLst>
              <a:ext uri="{FF2B5EF4-FFF2-40B4-BE49-F238E27FC236}">
                <a16:creationId xmlns:a16="http://schemas.microsoft.com/office/drawing/2014/main" id="{496CC980-7F5B-48E8-C727-C1ECD4234D05}"/>
              </a:ext>
            </a:extLst>
          </p:cNvPr>
          <p:cNvCxnSpPr>
            <a:cxnSpLocks/>
          </p:cNvCxnSpPr>
          <p:nvPr/>
        </p:nvCxnSpPr>
        <p:spPr>
          <a:xfrm rot="16200000">
            <a:off x="4714476" y="3103293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3" name="Rectangle 1512">
            <a:extLst>
              <a:ext uri="{FF2B5EF4-FFF2-40B4-BE49-F238E27FC236}">
                <a16:creationId xmlns:a16="http://schemas.microsoft.com/office/drawing/2014/main" id="{C446CDE0-A39A-5861-FD74-084508B1D489}"/>
              </a:ext>
            </a:extLst>
          </p:cNvPr>
          <p:cNvSpPr/>
          <p:nvPr/>
        </p:nvSpPr>
        <p:spPr>
          <a:xfrm rot="16200000">
            <a:off x="4645868" y="3048808"/>
            <a:ext cx="34405" cy="1106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8" name="Straight Connector 1507">
            <a:extLst>
              <a:ext uri="{FF2B5EF4-FFF2-40B4-BE49-F238E27FC236}">
                <a16:creationId xmlns:a16="http://schemas.microsoft.com/office/drawing/2014/main" id="{3FA6E390-D8C4-DAF2-3BB5-00B14016504C}"/>
              </a:ext>
            </a:extLst>
          </p:cNvPr>
          <p:cNvCxnSpPr>
            <a:cxnSpLocks/>
          </p:cNvCxnSpPr>
          <p:nvPr/>
        </p:nvCxnSpPr>
        <p:spPr>
          <a:xfrm rot="16200000">
            <a:off x="4591979" y="3171884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9" name="Straight Connector 1508">
            <a:extLst>
              <a:ext uri="{FF2B5EF4-FFF2-40B4-BE49-F238E27FC236}">
                <a16:creationId xmlns:a16="http://schemas.microsoft.com/office/drawing/2014/main" id="{DFEF11F9-B62A-360B-2335-3ACAA3390940}"/>
              </a:ext>
            </a:extLst>
          </p:cNvPr>
          <p:cNvCxnSpPr>
            <a:cxnSpLocks/>
          </p:cNvCxnSpPr>
          <p:nvPr/>
        </p:nvCxnSpPr>
        <p:spPr>
          <a:xfrm rot="16200000">
            <a:off x="4714476" y="3171042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0" name="Rectangle 1509">
            <a:extLst>
              <a:ext uri="{FF2B5EF4-FFF2-40B4-BE49-F238E27FC236}">
                <a16:creationId xmlns:a16="http://schemas.microsoft.com/office/drawing/2014/main" id="{6749EB23-358A-11F7-51A9-A92E0B576A2D}"/>
              </a:ext>
            </a:extLst>
          </p:cNvPr>
          <p:cNvSpPr/>
          <p:nvPr/>
        </p:nvSpPr>
        <p:spPr>
          <a:xfrm rot="16200000">
            <a:off x="4645868" y="3116557"/>
            <a:ext cx="34405" cy="1106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5" name="Straight Connector 1504">
            <a:extLst>
              <a:ext uri="{FF2B5EF4-FFF2-40B4-BE49-F238E27FC236}">
                <a16:creationId xmlns:a16="http://schemas.microsoft.com/office/drawing/2014/main" id="{1A3D967E-AE36-52F7-5E42-EBBC2A4BED05}"/>
              </a:ext>
            </a:extLst>
          </p:cNvPr>
          <p:cNvCxnSpPr>
            <a:cxnSpLocks/>
          </p:cNvCxnSpPr>
          <p:nvPr/>
        </p:nvCxnSpPr>
        <p:spPr>
          <a:xfrm rot="10800000">
            <a:off x="4642736" y="304328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6" name="Straight Connector 1505">
            <a:extLst>
              <a:ext uri="{FF2B5EF4-FFF2-40B4-BE49-F238E27FC236}">
                <a16:creationId xmlns:a16="http://schemas.microsoft.com/office/drawing/2014/main" id="{971999D4-5176-5C78-C10F-9721876D7746}"/>
              </a:ext>
            </a:extLst>
          </p:cNvPr>
          <p:cNvCxnSpPr>
            <a:cxnSpLocks/>
          </p:cNvCxnSpPr>
          <p:nvPr/>
        </p:nvCxnSpPr>
        <p:spPr>
          <a:xfrm rot="10800000">
            <a:off x="4641757" y="2937883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7" name="Rectangle 1506">
            <a:extLst>
              <a:ext uri="{FF2B5EF4-FFF2-40B4-BE49-F238E27FC236}">
                <a16:creationId xmlns:a16="http://schemas.microsoft.com/office/drawing/2014/main" id="{B4B13B48-CEF8-5C2F-B62A-1A8C03949A84}"/>
              </a:ext>
            </a:extLst>
          </p:cNvPr>
          <p:cNvSpPr/>
          <p:nvPr/>
        </p:nvSpPr>
        <p:spPr>
          <a:xfrm rot="10800000">
            <a:off x="4634183" y="2942977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2" name="Straight Connector 1501">
            <a:extLst>
              <a:ext uri="{FF2B5EF4-FFF2-40B4-BE49-F238E27FC236}">
                <a16:creationId xmlns:a16="http://schemas.microsoft.com/office/drawing/2014/main" id="{15909ACF-3BC5-19F4-3055-B053A79991A9}"/>
              </a:ext>
            </a:extLst>
          </p:cNvPr>
          <p:cNvCxnSpPr>
            <a:cxnSpLocks/>
          </p:cNvCxnSpPr>
          <p:nvPr/>
        </p:nvCxnSpPr>
        <p:spPr>
          <a:xfrm rot="10800000">
            <a:off x="4159324" y="31274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3" name="Straight Connector 1502">
            <a:extLst>
              <a:ext uri="{FF2B5EF4-FFF2-40B4-BE49-F238E27FC236}">
                <a16:creationId xmlns:a16="http://schemas.microsoft.com/office/drawing/2014/main" id="{B0AE954E-2EE7-C66B-8489-1079247337BB}"/>
              </a:ext>
            </a:extLst>
          </p:cNvPr>
          <p:cNvCxnSpPr>
            <a:cxnSpLocks/>
          </p:cNvCxnSpPr>
          <p:nvPr/>
        </p:nvCxnSpPr>
        <p:spPr>
          <a:xfrm rot="10800000">
            <a:off x="4158345" y="30219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4" name="Rectangle 1503">
            <a:extLst>
              <a:ext uri="{FF2B5EF4-FFF2-40B4-BE49-F238E27FC236}">
                <a16:creationId xmlns:a16="http://schemas.microsoft.com/office/drawing/2014/main" id="{904B2A69-71AD-AD8C-5914-8FEC9AEE5118}"/>
              </a:ext>
            </a:extLst>
          </p:cNvPr>
          <p:cNvSpPr/>
          <p:nvPr/>
        </p:nvSpPr>
        <p:spPr>
          <a:xfrm rot="10800000">
            <a:off x="4150771" y="30270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9" name="Straight Connector 1498">
            <a:extLst>
              <a:ext uri="{FF2B5EF4-FFF2-40B4-BE49-F238E27FC236}">
                <a16:creationId xmlns:a16="http://schemas.microsoft.com/office/drawing/2014/main" id="{3C1F082C-8B70-D9E1-83FF-1FC2ABB3F260}"/>
              </a:ext>
            </a:extLst>
          </p:cNvPr>
          <p:cNvCxnSpPr>
            <a:cxnSpLocks/>
          </p:cNvCxnSpPr>
          <p:nvPr/>
        </p:nvCxnSpPr>
        <p:spPr>
          <a:xfrm rot="10800000">
            <a:off x="5621090" y="3245471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0" name="Straight Connector 1499">
            <a:extLst>
              <a:ext uri="{FF2B5EF4-FFF2-40B4-BE49-F238E27FC236}">
                <a16:creationId xmlns:a16="http://schemas.microsoft.com/office/drawing/2014/main" id="{C2BE9A4F-325F-0562-5155-A79DE50E3B70}"/>
              </a:ext>
            </a:extLst>
          </p:cNvPr>
          <p:cNvCxnSpPr>
            <a:cxnSpLocks/>
          </p:cNvCxnSpPr>
          <p:nvPr/>
        </p:nvCxnSpPr>
        <p:spPr>
          <a:xfrm rot="10800000">
            <a:off x="5620111" y="31400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1" name="Rectangle 1500">
            <a:extLst>
              <a:ext uri="{FF2B5EF4-FFF2-40B4-BE49-F238E27FC236}">
                <a16:creationId xmlns:a16="http://schemas.microsoft.com/office/drawing/2014/main" id="{D566521B-90C7-B826-12DB-FADFF13F17B3}"/>
              </a:ext>
            </a:extLst>
          </p:cNvPr>
          <p:cNvSpPr/>
          <p:nvPr/>
        </p:nvSpPr>
        <p:spPr>
          <a:xfrm rot="10800000">
            <a:off x="5612537" y="3145159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6" name="Straight Connector 1495">
            <a:extLst>
              <a:ext uri="{FF2B5EF4-FFF2-40B4-BE49-F238E27FC236}">
                <a16:creationId xmlns:a16="http://schemas.microsoft.com/office/drawing/2014/main" id="{1BF9E749-1E17-C0DD-6610-925534D3C1DD}"/>
              </a:ext>
            </a:extLst>
          </p:cNvPr>
          <p:cNvCxnSpPr>
            <a:cxnSpLocks/>
          </p:cNvCxnSpPr>
          <p:nvPr/>
        </p:nvCxnSpPr>
        <p:spPr>
          <a:xfrm rot="10800000">
            <a:off x="5745939" y="324356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Straight Connector 1496">
            <a:extLst>
              <a:ext uri="{FF2B5EF4-FFF2-40B4-BE49-F238E27FC236}">
                <a16:creationId xmlns:a16="http://schemas.microsoft.com/office/drawing/2014/main" id="{2A3795F5-C894-D0FD-2A6D-4BE4DFC1DEE2}"/>
              </a:ext>
            </a:extLst>
          </p:cNvPr>
          <p:cNvCxnSpPr>
            <a:cxnSpLocks/>
          </p:cNvCxnSpPr>
          <p:nvPr/>
        </p:nvCxnSpPr>
        <p:spPr>
          <a:xfrm rot="10800000">
            <a:off x="5744960" y="313815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8" name="Rectangle 1497">
            <a:extLst>
              <a:ext uri="{FF2B5EF4-FFF2-40B4-BE49-F238E27FC236}">
                <a16:creationId xmlns:a16="http://schemas.microsoft.com/office/drawing/2014/main" id="{5EE713CC-7719-811F-3397-C3E6400615A6}"/>
              </a:ext>
            </a:extLst>
          </p:cNvPr>
          <p:cNvSpPr/>
          <p:nvPr/>
        </p:nvSpPr>
        <p:spPr>
          <a:xfrm rot="10800000">
            <a:off x="5737386" y="314325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3" name="Straight Connector 1492">
            <a:extLst>
              <a:ext uri="{FF2B5EF4-FFF2-40B4-BE49-F238E27FC236}">
                <a16:creationId xmlns:a16="http://schemas.microsoft.com/office/drawing/2014/main" id="{88D952CC-348A-CEB9-19A7-8613833BBEA1}"/>
              </a:ext>
            </a:extLst>
          </p:cNvPr>
          <p:cNvCxnSpPr>
            <a:cxnSpLocks/>
          </p:cNvCxnSpPr>
          <p:nvPr/>
        </p:nvCxnSpPr>
        <p:spPr>
          <a:xfrm rot="10800000">
            <a:off x="5861030" y="3241676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4" name="Straight Connector 1493">
            <a:extLst>
              <a:ext uri="{FF2B5EF4-FFF2-40B4-BE49-F238E27FC236}">
                <a16:creationId xmlns:a16="http://schemas.microsoft.com/office/drawing/2014/main" id="{77713BB6-08B9-D16A-E124-61E24B5F9414}"/>
              </a:ext>
            </a:extLst>
          </p:cNvPr>
          <p:cNvCxnSpPr>
            <a:cxnSpLocks/>
          </p:cNvCxnSpPr>
          <p:nvPr/>
        </p:nvCxnSpPr>
        <p:spPr>
          <a:xfrm rot="10800000">
            <a:off x="5860051" y="3136270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5" name="Rectangle 1494">
            <a:extLst>
              <a:ext uri="{FF2B5EF4-FFF2-40B4-BE49-F238E27FC236}">
                <a16:creationId xmlns:a16="http://schemas.microsoft.com/office/drawing/2014/main" id="{BA39CE5B-14A4-B95A-A688-A2BB7444B6AB}"/>
              </a:ext>
            </a:extLst>
          </p:cNvPr>
          <p:cNvSpPr/>
          <p:nvPr/>
        </p:nvSpPr>
        <p:spPr>
          <a:xfrm rot="10800000">
            <a:off x="5852477" y="3141364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0" name="Straight Connector 1489">
            <a:extLst>
              <a:ext uri="{FF2B5EF4-FFF2-40B4-BE49-F238E27FC236}">
                <a16:creationId xmlns:a16="http://schemas.microsoft.com/office/drawing/2014/main" id="{6FF59480-AF6F-0282-A591-DC57B3871B88}"/>
              </a:ext>
            </a:extLst>
          </p:cNvPr>
          <p:cNvCxnSpPr>
            <a:cxnSpLocks/>
          </p:cNvCxnSpPr>
          <p:nvPr/>
        </p:nvCxnSpPr>
        <p:spPr>
          <a:xfrm rot="10800000">
            <a:off x="5985879" y="324167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1" name="Straight Connector 1490">
            <a:extLst>
              <a:ext uri="{FF2B5EF4-FFF2-40B4-BE49-F238E27FC236}">
                <a16:creationId xmlns:a16="http://schemas.microsoft.com/office/drawing/2014/main" id="{7194A30B-FB11-89BE-E573-F4489FCA9520}"/>
              </a:ext>
            </a:extLst>
          </p:cNvPr>
          <p:cNvCxnSpPr>
            <a:cxnSpLocks/>
          </p:cNvCxnSpPr>
          <p:nvPr/>
        </p:nvCxnSpPr>
        <p:spPr>
          <a:xfrm rot="10800000">
            <a:off x="5984900" y="313626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2" name="Rectangle 1491">
            <a:extLst>
              <a:ext uri="{FF2B5EF4-FFF2-40B4-BE49-F238E27FC236}">
                <a16:creationId xmlns:a16="http://schemas.microsoft.com/office/drawing/2014/main" id="{ADFA80C4-648D-C7CC-8EB6-D3E4679E0718}"/>
              </a:ext>
            </a:extLst>
          </p:cNvPr>
          <p:cNvSpPr/>
          <p:nvPr/>
        </p:nvSpPr>
        <p:spPr>
          <a:xfrm rot="10800000">
            <a:off x="5977326" y="314136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7" name="Straight Connector 1486">
            <a:extLst>
              <a:ext uri="{FF2B5EF4-FFF2-40B4-BE49-F238E27FC236}">
                <a16:creationId xmlns:a16="http://schemas.microsoft.com/office/drawing/2014/main" id="{0D03F7AE-4C0B-E340-F696-429C88CE75BD}"/>
              </a:ext>
            </a:extLst>
          </p:cNvPr>
          <p:cNvCxnSpPr>
            <a:cxnSpLocks/>
          </p:cNvCxnSpPr>
          <p:nvPr/>
        </p:nvCxnSpPr>
        <p:spPr>
          <a:xfrm rot="10800000">
            <a:off x="6089189" y="324167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8" name="Straight Connector 1487">
            <a:extLst>
              <a:ext uri="{FF2B5EF4-FFF2-40B4-BE49-F238E27FC236}">
                <a16:creationId xmlns:a16="http://schemas.microsoft.com/office/drawing/2014/main" id="{21F6D28C-1368-B9C8-D66E-92617B47BE74}"/>
              </a:ext>
            </a:extLst>
          </p:cNvPr>
          <p:cNvCxnSpPr>
            <a:cxnSpLocks/>
          </p:cNvCxnSpPr>
          <p:nvPr/>
        </p:nvCxnSpPr>
        <p:spPr>
          <a:xfrm rot="10800000">
            <a:off x="6088210" y="313626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9" name="Rectangle 1488">
            <a:extLst>
              <a:ext uri="{FF2B5EF4-FFF2-40B4-BE49-F238E27FC236}">
                <a16:creationId xmlns:a16="http://schemas.microsoft.com/office/drawing/2014/main" id="{3DD2519B-8FF5-83D5-668D-FD23A254EC40}"/>
              </a:ext>
            </a:extLst>
          </p:cNvPr>
          <p:cNvSpPr/>
          <p:nvPr/>
        </p:nvSpPr>
        <p:spPr>
          <a:xfrm rot="10800000">
            <a:off x="6080636" y="314136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4" name="Straight Connector 1483">
            <a:extLst>
              <a:ext uri="{FF2B5EF4-FFF2-40B4-BE49-F238E27FC236}">
                <a16:creationId xmlns:a16="http://schemas.microsoft.com/office/drawing/2014/main" id="{5199EC63-36B2-4F8C-1B91-583CF73D74AE}"/>
              </a:ext>
            </a:extLst>
          </p:cNvPr>
          <p:cNvCxnSpPr>
            <a:cxnSpLocks/>
          </p:cNvCxnSpPr>
          <p:nvPr/>
        </p:nvCxnSpPr>
        <p:spPr>
          <a:xfrm rot="10800000">
            <a:off x="6214038" y="324167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E9AC4E3C-CAFC-2AC0-9A89-56DF1503316B}"/>
              </a:ext>
            </a:extLst>
          </p:cNvPr>
          <p:cNvCxnSpPr>
            <a:cxnSpLocks/>
          </p:cNvCxnSpPr>
          <p:nvPr/>
        </p:nvCxnSpPr>
        <p:spPr>
          <a:xfrm rot="10800000">
            <a:off x="6213059" y="313626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6" name="Rectangle 1485">
            <a:extLst>
              <a:ext uri="{FF2B5EF4-FFF2-40B4-BE49-F238E27FC236}">
                <a16:creationId xmlns:a16="http://schemas.microsoft.com/office/drawing/2014/main" id="{C2A40825-7ACC-6211-122C-C2213554EB08}"/>
              </a:ext>
            </a:extLst>
          </p:cNvPr>
          <p:cNvSpPr/>
          <p:nvPr/>
        </p:nvSpPr>
        <p:spPr>
          <a:xfrm rot="10800000">
            <a:off x="6205485" y="314136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81" name="Straight Connector 1480">
            <a:extLst>
              <a:ext uri="{FF2B5EF4-FFF2-40B4-BE49-F238E27FC236}">
                <a16:creationId xmlns:a16="http://schemas.microsoft.com/office/drawing/2014/main" id="{D2D23A04-5ED2-67E9-4B90-166F1B181543}"/>
              </a:ext>
            </a:extLst>
          </p:cNvPr>
          <p:cNvCxnSpPr>
            <a:cxnSpLocks/>
          </p:cNvCxnSpPr>
          <p:nvPr/>
        </p:nvCxnSpPr>
        <p:spPr>
          <a:xfrm rot="10800000">
            <a:off x="5688199" y="3496463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Straight Connector 1481">
            <a:extLst>
              <a:ext uri="{FF2B5EF4-FFF2-40B4-BE49-F238E27FC236}">
                <a16:creationId xmlns:a16="http://schemas.microsoft.com/office/drawing/2014/main" id="{5FEBC46A-9F0D-5D12-C283-F03669110301}"/>
              </a:ext>
            </a:extLst>
          </p:cNvPr>
          <p:cNvCxnSpPr>
            <a:cxnSpLocks/>
          </p:cNvCxnSpPr>
          <p:nvPr/>
        </p:nvCxnSpPr>
        <p:spPr>
          <a:xfrm rot="10800000">
            <a:off x="5687220" y="3391057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3" name="Rectangle 1482">
            <a:extLst>
              <a:ext uri="{FF2B5EF4-FFF2-40B4-BE49-F238E27FC236}">
                <a16:creationId xmlns:a16="http://schemas.microsoft.com/office/drawing/2014/main" id="{1FE3EBE7-E42C-1B68-D0CC-8AA25FF06177}"/>
              </a:ext>
            </a:extLst>
          </p:cNvPr>
          <p:cNvSpPr/>
          <p:nvPr/>
        </p:nvSpPr>
        <p:spPr>
          <a:xfrm rot="10800000">
            <a:off x="5679646" y="3396151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8" name="Straight Connector 1477">
            <a:extLst>
              <a:ext uri="{FF2B5EF4-FFF2-40B4-BE49-F238E27FC236}">
                <a16:creationId xmlns:a16="http://schemas.microsoft.com/office/drawing/2014/main" id="{ADA203FD-F42B-ADB9-8C23-A9E3C59B5672}"/>
              </a:ext>
            </a:extLst>
          </p:cNvPr>
          <p:cNvCxnSpPr>
            <a:cxnSpLocks/>
          </p:cNvCxnSpPr>
          <p:nvPr/>
        </p:nvCxnSpPr>
        <p:spPr>
          <a:xfrm rot="10800000">
            <a:off x="5813048" y="349455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Straight Connector 1478">
            <a:extLst>
              <a:ext uri="{FF2B5EF4-FFF2-40B4-BE49-F238E27FC236}">
                <a16:creationId xmlns:a16="http://schemas.microsoft.com/office/drawing/2014/main" id="{237B19D4-8135-8B8A-A688-5A7BF8CA243C}"/>
              </a:ext>
            </a:extLst>
          </p:cNvPr>
          <p:cNvCxnSpPr>
            <a:cxnSpLocks/>
          </p:cNvCxnSpPr>
          <p:nvPr/>
        </p:nvCxnSpPr>
        <p:spPr>
          <a:xfrm rot="10800000">
            <a:off x="5812069" y="338914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0" name="Rectangle 1479">
            <a:extLst>
              <a:ext uri="{FF2B5EF4-FFF2-40B4-BE49-F238E27FC236}">
                <a16:creationId xmlns:a16="http://schemas.microsoft.com/office/drawing/2014/main" id="{59FD7ED1-BDA2-B249-FAC8-0F1AF3441E91}"/>
              </a:ext>
            </a:extLst>
          </p:cNvPr>
          <p:cNvSpPr/>
          <p:nvPr/>
        </p:nvSpPr>
        <p:spPr>
          <a:xfrm rot="10800000">
            <a:off x="5804495" y="339424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5" name="Straight Connector 1474">
            <a:extLst>
              <a:ext uri="{FF2B5EF4-FFF2-40B4-BE49-F238E27FC236}">
                <a16:creationId xmlns:a16="http://schemas.microsoft.com/office/drawing/2014/main" id="{D6BA284D-A312-9029-9492-F6C23C63CB63}"/>
              </a:ext>
            </a:extLst>
          </p:cNvPr>
          <p:cNvCxnSpPr>
            <a:cxnSpLocks/>
          </p:cNvCxnSpPr>
          <p:nvPr/>
        </p:nvCxnSpPr>
        <p:spPr>
          <a:xfrm rot="10800000">
            <a:off x="5928139" y="349266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6" name="Straight Connector 1475">
            <a:extLst>
              <a:ext uri="{FF2B5EF4-FFF2-40B4-BE49-F238E27FC236}">
                <a16:creationId xmlns:a16="http://schemas.microsoft.com/office/drawing/2014/main" id="{33C5C0E8-3F43-CBB7-F12A-BA3F25B6D3E7}"/>
              </a:ext>
            </a:extLst>
          </p:cNvPr>
          <p:cNvCxnSpPr>
            <a:cxnSpLocks/>
          </p:cNvCxnSpPr>
          <p:nvPr/>
        </p:nvCxnSpPr>
        <p:spPr>
          <a:xfrm rot="10800000">
            <a:off x="5927160" y="3387262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7" name="Rectangle 1476">
            <a:extLst>
              <a:ext uri="{FF2B5EF4-FFF2-40B4-BE49-F238E27FC236}">
                <a16:creationId xmlns:a16="http://schemas.microsoft.com/office/drawing/2014/main" id="{62F695F9-11DA-CC4A-52C1-74262A0F3648}"/>
              </a:ext>
            </a:extLst>
          </p:cNvPr>
          <p:cNvSpPr/>
          <p:nvPr/>
        </p:nvSpPr>
        <p:spPr>
          <a:xfrm rot="10800000">
            <a:off x="5919586" y="3392356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2" name="Straight Connector 1471">
            <a:extLst>
              <a:ext uri="{FF2B5EF4-FFF2-40B4-BE49-F238E27FC236}">
                <a16:creationId xmlns:a16="http://schemas.microsoft.com/office/drawing/2014/main" id="{D5599FF6-A37F-26F1-D00F-8B4A280A5047}"/>
              </a:ext>
            </a:extLst>
          </p:cNvPr>
          <p:cNvCxnSpPr>
            <a:cxnSpLocks/>
          </p:cNvCxnSpPr>
          <p:nvPr/>
        </p:nvCxnSpPr>
        <p:spPr>
          <a:xfrm rot="10800000">
            <a:off x="6052988" y="3492667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" name="Straight Connector 1472">
            <a:extLst>
              <a:ext uri="{FF2B5EF4-FFF2-40B4-BE49-F238E27FC236}">
                <a16:creationId xmlns:a16="http://schemas.microsoft.com/office/drawing/2014/main" id="{78ABE563-805F-64B6-FD1C-AF268805145D}"/>
              </a:ext>
            </a:extLst>
          </p:cNvPr>
          <p:cNvCxnSpPr>
            <a:cxnSpLocks/>
          </p:cNvCxnSpPr>
          <p:nvPr/>
        </p:nvCxnSpPr>
        <p:spPr>
          <a:xfrm rot="10800000">
            <a:off x="6052009" y="3387261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4" name="Rectangle 1473">
            <a:extLst>
              <a:ext uri="{FF2B5EF4-FFF2-40B4-BE49-F238E27FC236}">
                <a16:creationId xmlns:a16="http://schemas.microsoft.com/office/drawing/2014/main" id="{945F7875-1383-1DE9-F71E-E69E8059396B}"/>
              </a:ext>
            </a:extLst>
          </p:cNvPr>
          <p:cNvSpPr/>
          <p:nvPr/>
        </p:nvSpPr>
        <p:spPr>
          <a:xfrm rot="10800000">
            <a:off x="6044435" y="3392355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9" name="Straight Connector 1468">
            <a:extLst>
              <a:ext uri="{FF2B5EF4-FFF2-40B4-BE49-F238E27FC236}">
                <a16:creationId xmlns:a16="http://schemas.microsoft.com/office/drawing/2014/main" id="{6BEA3C92-9832-89A5-A79A-C65AA4C39273}"/>
              </a:ext>
            </a:extLst>
          </p:cNvPr>
          <p:cNvCxnSpPr>
            <a:cxnSpLocks/>
          </p:cNvCxnSpPr>
          <p:nvPr/>
        </p:nvCxnSpPr>
        <p:spPr>
          <a:xfrm rot="10800000">
            <a:off x="6156298" y="3492666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Straight Connector 1469">
            <a:extLst>
              <a:ext uri="{FF2B5EF4-FFF2-40B4-BE49-F238E27FC236}">
                <a16:creationId xmlns:a16="http://schemas.microsoft.com/office/drawing/2014/main" id="{1CD4E39E-90DF-7496-08A3-19E8D39066C6}"/>
              </a:ext>
            </a:extLst>
          </p:cNvPr>
          <p:cNvCxnSpPr>
            <a:cxnSpLocks/>
          </p:cNvCxnSpPr>
          <p:nvPr/>
        </p:nvCxnSpPr>
        <p:spPr>
          <a:xfrm rot="10800000">
            <a:off x="6155319" y="3387260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53B5D7C9-BC13-B6BC-141E-5F8326D58188}"/>
              </a:ext>
            </a:extLst>
          </p:cNvPr>
          <p:cNvSpPr/>
          <p:nvPr/>
        </p:nvSpPr>
        <p:spPr>
          <a:xfrm rot="10800000">
            <a:off x="6147745" y="3392354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6" name="Straight Connector 1465">
            <a:extLst>
              <a:ext uri="{FF2B5EF4-FFF2-40B4-BE49-F238E27FC236}">
                <a16:creationId xmlns:a16="http://schemas.microsoft.com/office/drawing/2014/main" id="{38342339-7A80-8419-58DF-D6524D6CF103}"/>
              </a:ext>
            </a:extLst>
          </p:cNvPr>
          <p:cNvCxnSpPr>
            <a:cxnSpLocks/>
          </p:cNvCxnSpPr>
          <p:nvPr/>
        </p:nvCxnSpPr>
        <p:spPr>
          <a:xfrm rot="10800000">
            <a:off x="6281147" y="349266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7" name="Straight Connector 1466">
            <a:extLst>
              <a:ext uri="{FF2B5EF4-FFF2-40B4-BE49-F238E27FC236}">
                <a16:creationId xmlns:a16="http://schemas.microsoft.com/office/drawing/2014/main" id="{010B52F5-F8A6-AF94-66D7-3BBADC226653}"/>
              </a:ext>
            </a:extLst>
          </p:cNvPr>
          <p:cNvCxnSpPr>
            <a:cxnSpLocks/>
          </p:cNvCxnSpPr>
          <p:nvPr/>
        </p:nvCxnSpPr>
        <p:spPr>
          <a:xfrm rot="10800000">
            <a:off x="6280168" y="338725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8" name="Rectangle 1467">
            <a:extLst>
              <a:ext uri="{FF2B5EF4-FFF2-40B4-BE49-F238E27FC236}">
                <a16:creationId xmlns:a16="http://schemas.microsoft.com/office/drawing/2014/main" id="{EFDBD582-0016-2A42-B4B7-2DAE250A0EE0}"/>
              </a:ext>
            </a:extLst>
          </p:cNvPr>
          <p:cNvSpPr/>
          <p:nvPr/>
        </p:nvSpPr>
        <p:spPr>
          <a:xfrm rot="10800000">
            <a:off x="6272594" y="339235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6" name="Oval 1445">
            <a:extLst>
              <a:ext uri="{FF2B5EF4-FFF2-40B4-BE49-F238E27FC236}">
                <a16:creationId xmlns:a16="http://schemas.microsoft.com/office/drawing/2014/main" id="{0F91794A-AA93-32A3-8405-AFD121730AA5}"/>
              </a:ext>
            </a:extLst>
          </p:cNvPr>
          <p:cNvSpPr/>
          <p:nvPr/>
        </p:nvSpPr>
        <p:spPr>
          <a:xfrm>
            <a:off x="3895943" y="3100952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7" name="Oval 1446">
            <a:extLst>
              <a:ext uri="{FF2B5EF4-FFF2-40B4-BE49-F238E27FC236}">
                <a16:creationId xmlns:a16="http://schemas.microsoft.com/office/drawing/2014/main" id="{0D7F266D-E95D-2863-8AD0-123D959BF880}"/>
              </a:ext>
            </a:extLst>
          </p:cNvPr>
          <p:cNvSpPr/>
          <p:nvPr/>
        </p:nvSpPr>
        <p:spPr>
          <a:xfrm>
            <a:off x="3895943" y="3298174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8" name="Oval 1447">
            <a:extLst>
              <a:ext uri="{FF2B5EF4-FFF2-40B4-BE49-F238E27FC236}">
                <a16:creationId xmlns:a16="http://schemas.microsoft.com/office/drawing/2014/main" id="{B2BDD916-F4DE-3546-6069-9F028F557A19}"/>
              </a:ext>
            </a:extLst>
          </p:cNvPr>
          <p:cNvSpPr/>
          <p:nvPr/>
        </p:nvSpPr>
        <p:spPr>
          <a:xfrm>
            <a:off x="3896440" y="3396259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9" name="Oval 1448">
            <a:extLst>
              <a:ext uri="{FF2B5EF4-FFF2-40B4-BE49-F238E27FC236}">
                <a16:creationId xmlns:a16="http://schemas.microsoft.com/office/drawing/2014/main" id="{708C49A5-366F-85E2-4691-17C6DBE94C56}"/>
              </a:ext>
            </a:extLst>
          </p:cNvPr>
          <p:cNvSpPr/>
          <p:nvPr/>
        </p:nvSpPr>
        <p:spPr>
          <a:xfrm>
            <a:off x="3899265" y="3492664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0" name="Oval 1449">
            <a:extLst>
              <a:ext uri="{FF2B5EF4-FFF2-40B4-BE49-F238E27FC236}">
                <a16:creationId xmlns:a16="http://schemas.microsoft.com/office/drawing/2014/main" id="{68A38C5F-62EC-B275-6240-0756C558A782}"/>
              </a:ext>
            </a:extLst>
          </p:cNvPr>
          <p:cNvSpPr/>
          <p:nvPr/>
        </p:nvSpPr>
        <p:spPr>
          <a:xfrm>
            <a:off x="4116767" y="359855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1" name="Oval 1450">
            <a:extLst>
              <a:ext uri="{FF2B5EF4-FFF2-40B4-BE49-F238E27FC236}">
                <a16:creationId xmlns:a16="http://schemas.microsoft.com/office/drawing/2014/main" id="{B23976F4-1914-5BEF-D76E-CC9D211387B8}"/>
              </a:ext>
            </a:extLst>
          </p:cNvPr>
          <p:cNvSpPr/>
          <p:nvPr/>
        </p:nvSpPr>
        <p:spPr>
          <a:xfrm>
            <a:off x="4234703" y="359855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Oval 1451">
            <a:extLst>
              <a:ext uri="{FF2B5EF4-FFF2-40B4-BE49-F238E27FC236}">
                <a16:creationId xmlns:a16="http://schemas.microsoft.com/office/drawing/2014/main" id="{6357B505-D206-886D-7D1D-4A7C03D2B6DC}"/>
              </a:ext>
            </a:extLst>
          </p:cNvPr>
          <p:cNvSpPr/>
          <p:nvPr/>
        </p:nvSpPr>
        <p:spPr>
          <a:xfrm>
            <a:off x="4352640" y="359855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3" name="Oval 1452">
            <a:extLst>
              <a:ext uri="{FF2B5EF4-FFF2-40B4-BE49-F238E27FC236}">
                <a16:creationId xmlns:a16="http://schemas.microsoft.com/office/drawing/2014/main" id="{649940AF-11D5-912E-DEE3-D5C80536B2AF}"/>
              </a:ext>
            </a:extLst>
          </p:cNvPr>
          <p:cNvSpPr/>
          <p:nvPr/>
        </p:nvSpPr>
        <p:spPr>
          <a:xfrm>
            <a:off x="4470576" y="359855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4" name="Oval 1453">
            <a:extLst>
              <a:ext uri="{FF2B5EF4-FFF2-40B4-BE49-F238E27FC236}">
                <a16:creationId xmlns:a16="http://schemas.microsoft.com/office/drawing/2014/main" id="{5138752D-AC20-3033-652A-1917FC47A136}"/>
              </a:ext>
            </a:extLst>
          </p:cNvPr>
          <p:cNvSpPr/>
          <p:nvPr/>
        </p:nvSpPr>
        <p:spPr>
          <a:xfrm>
            <a:off x="4685150" y="359980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5" name="Oval 1454">
            <a:extLst>
              <a:ext uri="{FF2B5EF4-FFF2-40B4-BE49-F238E27FC236}">
                <a16:creationId xmlns:a16="http://schemas.microsoft.com/office/drawing/2014/main" id="{18B4B416-9C53-9DF5-3510-5E501EB1E4FE}"/>
              </a:ext>
            </a:extLst>
          </p:cNvPr>
          <p:cNvSpPr/>
          <p:nvPr/>
        </p:nvSpPr>
        <p:spPr>
          <a:xfrm>
            <a:off x="4803087" y="359980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6" name="Oval 1455">
            <a:extLst>
              <a:ext uri="{FF2B5EF4-FFF2-40B4-BE49-F238E27FC236}">
                <a16:creationId xmlns:a16="http://schemas.microsoft.com/office/drawing/2014/main" id="{33E06E69-04F9-AA84-87B5-32826CF30118}"/>
              </a:ext>
            </a:extLst>
          </p:cNvPr>
          <p:cNvSpPr/>
          <p:nvPr/>
        </p:nvSpPr>
        <p:spPr>
          <a:xfrm>
            <a:off x="4921023" y="359980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7" name="Oval 1456">
            <a:extLst>
              <a:ext uri="{FF2B5EF4-FFF2-40B4-BE49-F238E27FC236}">
                <a16:creationId xmlns:a16="http://schemas.microsoft.com/office/drawing/2014/main" id="{E0F476E0-3A25-21EC-DADB-26439362AEC2}"/>
              </a:ext>
            </a:extLst>
          </p:cNvPr>
          <p:cNvSpPr/>
          <p:nvPr/>
        </p:nvSpPr>
        <p:spPr>
          <a:xfrm>
            <a:off x="5038960" y="359980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8" name="Oval 1457">
            <a:extLst>
              <a:ext uri="{FF2B5EF4-FFF2-40B4-BE49-F238E27FC236}">
                <a16:creationId xmlns:a16="http://schemas.microsoft.com/office/drawing/2014/main" id="{5D8D792A-6940-E5E8-BCD1-644842E2153A}"/>
              </a:ext>
            </a:extLst>
          </p:cNvPr>
          <p:cNvSpPr/>
          <p:nvPr/>
        </p:nvSpPr>
        <p:spPr>
          <a:xfrm>
            <a:off x="5374740" y="359901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9" name="Oval 1458">
            <a:extLst>
              <a:ext uri="{FF2B5EF4-FFF2-40B4-BE49-F238E27FC236}">
                <a16:creationId xmlns:a16="http://schemas.microsoft.com/office/drawing/2014/main" id="{B7405798-4390-08BF-080E-8D21D8B1E5D0}"/>
              </a:ext>
            </a:extLst>
          </p:cNvPr>
          <p:cNvSpPr/>
          <p:nvPr/>
        </p:nvSpPr>
        <p:spPr>
          <a:xfrm>
            <a:off x="5492676" y="359901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0" name="Oval 1459">
            <a:extLst>
              <a:ext uri="{FF2B5EF4-FFF2-40B4-BE49-F238E27FC236}">
                <a16:creationId xmlns:a16="http://schemas.microsoft.com/office/drawing/2014/main" id="{378DD1AD-F5C2-C155-EEF6-0C9D4FCBA82F}"/>
              </a:ext>
            </a:extLst>
          </p:cNvPr>
          <p:cNvSpPr/>
          <p:nvPr/>
        </p:nvSpPr>
        <p:spPr>
          <a:xfrm>
            <a:off x="5610613" y="359901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Oval 1460">
            <a:extLst>
              <a:ext uri="{FF2B5EF4-FFF2-40B4-BE49-F238E27FC236}">
                <a16:creationId xmlns:a16="http://schemas.microsoft.com/office/drawing/2014/main" id="{5765A56D-76C6-B13E-715C-ADCDDADECAF1}"/>
              </a:ext>
            </a:extLst>
          </p:cNvPr>
          <p:cNvSpPr/>
          <p:nvPr/>
        </p:nvSpPr>
        <p:spPr>
          <a:xfrm>
            <a:off x="5728549" y="359901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2" name="Oval 1461">
            <a:extLst>
              <a:ext uri="{FF2B5EF4-FFF2-40B4-BE49-F238E27FC236}">
                <a16:creationId xmlns:a16="http://schemas.microsoft.com/office/drawing/2014/main" id="{EACB7ADD-58A5-2FBB-4B02-AE4DA78DE3B0}"/>
              </a:ext>
            </a:extLst>
          </p:cNvPr>
          <p:cNvSpPr/>
          <p:nvPr/>
        </p:nvSpPr>
        <p:spPr>
          <a:xfrm>
            <a:off x="5943123" y="360026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3" name="Oval 1462">
            <a:extLst>
              <a:ext uri="{FF2B5EF4-FFF2-40B4-BE49-F238E27FC236}">
                <a16:creationId xmlns:a16="http://schemas.microsoft.com/office/drawing/2014/main" id="{859A5F1C-B3B3-ED4F-964D-444FA4DD3502}"/>
              </a:ext>
            </a:extLst>
          </p:cNvPr>
          <p:cNvSpPr/>
          <p:nvPr/>
        </p:nvSpPr>
        <p:spPr>
          <a:xfrm>
            <a:off x="6061060" y="360026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4" name="Oval 1463">
            <a:extLst>
              <a:ext uri="{FF2B5EF4-FFF2-40B4-BE49-F238E27FC236}">
                <a16:creationId xmlns:a16="http://schemas.microsoft.com/office/drawing/2014/main" id="{7E449D3C-82C1-4239-1C79-56D230258D26}"/>
              </a:ext>
            </a:extLst>
          </p:cNvPr>
          <p:cNvSpPr/>
          <p:nvPr/>
        </p:nvSpPr>
        <p:spPr>
          <a:xfrm>
            <a:off x="6178996" y="360026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5" name="Oval 1464">
            <a:extLst>
              <a:ext uri="{FF2B5EF4-FFF2-40B4-BE49-F238E27FC236}">
                <a16:creationId xmlns:a16="http://schemas.microsoft.com/office/drawing/2014/main" id="{48D219EA-F195-F6E3-9B07-E8527A3583CF}"/>
              </a:ext>
            </a:extLst>
          </p:cNvPr>
          <p:cNvSpPr/>
          <p:nvPr/>
        </p:nvSpPr>
        <p:spPr>
          <a:xfrm>
            <a:off x="6296933" y="360026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7" name="Rectangle: Rounded Corners 1546">
            <a:extLst>
              <a:ext uri="{FF2B5EF4-FFF2-40B4-BE49-F238E27FC236}">
                <a16:creationId xmlns:a16="http://schemas.microsoft.com/office/drawing/2014/main" id="{B9336DC5-7B16-A044-F6DA-3711237BE945}"/>
              </a:ext>
            </a:extLst>
          </p:cNvPr>
          <p:cNvSpPr/>
          <p:nvPr/>
        </p:nvSpPr>
        <p:spPr>
          <a:xfrm>
            <a:off x="709454" y="2874309"/>
            <a:ext cx="2754501" cy="977811"/>
          </a:xfrm>
          <a:prstGeom prst="roundRect">
            <a:avLst/>
          </a:prstGeom>
          <a:solidFill>
            <a:srgbClr val="89BE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8" name="Rectangle 1547">
            <a:extLst>
              <a:ext uri="{FF2B5EF4-FFF2-40B4-BE49-F238E27FC236}">
                <a16:creationId xmlns:a16="http://schemas.microsoft.com/office/drawing/2014/main" id="{3F804A76-7F97-469C-C2FB-B109C11FE403}"/>
              </a:ext>
            </a:extLst>
          </p:cNvPr>
          <p:cNvSpPr/>
          <p:nvPr/>
        </p:nvSpPr>
        <p:spPr>
          <a:xfrm>
            <a:off x="1958962" y="3229232"/>
            <a:ext cx="211030" cy="350236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4" name="Oval 1673">
            <a:extLst>
              <a:ext uri="{FF2B5EF4-FFF2-40B4-BE49-F238E27FC236}">
                <a16:creationId xmlns:a16="http://schemas.microsoft.com/office/drawing/2014/main" id="{B66E8D33-E22A-430A-D6F8-A499A2D29E07}"/>
              </a:ext>
            </a:extLst>
          </p:cNvPr>
          <p:cNvSpPr/>
          <p:nvPr/>
        </p:nvSpPr>
        <p:spPr>
          <a:xfrm>
            <a:off x="1074137" y="2988122"/>
            <a:ext cx="246357" cy="2259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5" name="Chord 1674">
            <a:extLst>
              <a:ext uri="{FF2B5EF4-FFF2-40B4-BE49-F238E27FC236}">
                <a16:creationId xmlns:a16="http://schemas.microsoft.com/office/drawing/2014/main" id="{DC1C185F-3ADD-5E9F-6C06-6F5BFF6783EB}"/>
              </a:ext>
            </a:extLst>
          </p:cNvPr>
          <p:cNvSpPr/>
          <p:nvPr/>
        </p:nvSpPr>
        <p:spPr>
          <a:xfrm>
            <a:off x="1074136" y="2990828"/>
            <a:ext cx="246357" cy="219018"/>
          </a:xfrm>
          <a:prstGeom prst="chord">
            <a:avLst>
              <a:gd name="adj1" fmla="val 1744311"/>
              <a:gd name="adj2" fmla="val 16200000"/>
            </a:avLst>
          </a:prstGeom>
          <a:solidFill>
            <a:srgbClr val="C5CE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1" name="Straight Connector 1670">
            <a:extLst>
              <a:ext uri="{FF2B5EF4-FFF2-40B4-BE49-F238E27FC236}">
                <a16:creationId xmlns:a16="http://schemas.microsoft.com/office/drawing/2014/main" id="{9AC88CDE-6CA1-EA46-14FE-EADF37BEBC0A}"/>
              </a:ext>
            </a:extLst>
          </p:cNvPr>
          <p:cNvCxnSpPr>
            <a:cxnSpLocks/>
          </p:cNvCxnSpPr>
          <p:nvPr/>
        </p:nvCxnSpPr>
        <p:spPr>
          <a:xfrm rot="10800000">
            <a:off x="968192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2" name="Straight Connector 1671">
            <a:extLst>
              <a:ext uri="{FF2B5EF4-FFF2-40B4-BE49-F238E27FC236}">
                <a16:creationId xmlns:a16="http://schemas.microsoft.com/office/drawing/2014/main" id="{CD6DE919-E66B-7EB4-171B-884B9B74CA79}"/>
              </a:ext>
            </a:extLst>
          </p:cNvPr>
          <p:cNvCxnSpPr>
            <a:cxnSpLocks/>
          </p:cNvCxnSpPr>
          <p:nvPr/>
        </p:nvCxnSpPr>
        <p:spPr>
          <a:xfrm rot="10800000">
            <a:off x="967213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3" name="Rectangle 1672">
            <a:extLst>
              <a:ext uri="{FF2B5EF4-FFF2-40B4-BE49-F238E27FC236}">
                <a16:creationId xmlns:a16="http://schemas.microsoft.com/office/drawing/2014/main" id="{09CE4D53-6E06-A898-CBA6-E9B246ED596F}"/>
              </a:ext>
            </a:extLst>
          </p:cNvPr>
          <p:cNvSpPr/>
          <p:nvPr/>
        </p:nvSpPr>
        <p:spPr>
          <a:xfrm rot="10800000">
            <a:off x="959639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8" name="Straight Connector 1667">
            <a:extLst>
              <a:ext uri="{FF2B5EF4-FFF2-40B4-BE49-F238E27FC236}">
                <a16:creationId xmlns:a16="http://schemas.microsoft.com/office/drawing/2014/main" id="{75A42943-2646-310F-712A-6CA4F1A30E48}"/>
              </a:ext>
            </a:extLst>
          </p:cNvPr>
          <p:cNvCxnSpPr>
            <a:cxnSpLocks/>
          </p:cNvCxnSpPr>
          <p:nvPr/>
        </p:nvCxnSpPr>
        <p:spPr>
          <a:xfrm rot="10800000">
            <a:off x="1047867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9" name="Straight Connector 1668">
            <a:extLst>
              <a:ext uri="{FF2B5EF4-FFF2-40B4-BE49-F238E27FC236}">
                <a16:creationId xmlns:a16="http://schemas.microsoft.com/office/drawing/2014/main" id="{1EAF2AB1-753A-A8D6-D881-BB33AA38F98D}"/>
              </a:ext>
            </a:extLst>
          </p:cNvPr>
          <p:cNvCxnSpPr>
            <a:cxnSpLocks/>
          </p:cNvCxnSpPr>
          <p:nvPr/>
        </p:nvCxnSpPr>
        <p:spPr>
          <a:xfrm rot="10800000">
            <a:off x="1046888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0" name="Rectangle 1669">
            <a:extLst>
              <a:ext uri="{FF2B5EF4-FFF2-40B4-BE49-F238E27FC236}">
                <a16:creationId xmlns:a16="http://schemas.microsoft.com/office/drawing/2014/main" id="{9CF240F3-9B6B-5077-73AB-8F832BDA6A68}"/>
              </a:ext>
            </a:extLst>
          </p:cNvPr>
          <p:cNvSpPr/>
          <p:nvPr/>
        </p:nvSpPr>
        <p:spPr>
          <a:xfrm rot="10800000">
            <a:off x="1039314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5" name="Straight Connector 1664">
            <a:extLst>
              <a:ext uri="{FF2B5EF4-FFF2-40B4-BE49-F238E27FC236}">
                <a16:creationId xmlns:a16="http://schemas.microsoft.com/office/drawing/2014/main" id="{A48181FC-E626-E836-358A-CB15AD85EBF7}"/>
              </a:ext>
            </a:extLst>
          </p:cNvPr>
          <p:cNvCxnSpPr>
            <a:cxnSpLocks/>
          </p:cNvCxnSpPr>
          <p:nvPr/>
        </p:nvCxnSpPr>
        <p:spPr>
          <a:xfrm rot="10800000">
            <a:off x="1124656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6" name="Straight Connector 1665">
            <a:extLst>
              <a:ext uri="{FF2B5EF4-FFF2-40B4-BE49-F238E27FC236}">
                <a16:creationId xmlns:a16="http://schemas.microsoft.com/office/drawing/2014/main" id="{BFECFD24-3EBF-1927-2995-2844595EC6E5}"/>
              </a:ext>
            </a:extLst>
          </p:cNvPr>
          <p:cNvCxnSpPr>
            <a:cxnSpLocks/>
          </p:cNvCxnSpPr>
          <p:nvPr/>
        </p:nvCxnSpPr>
        <p:spPr>
          <a:xfrm rot="10800000">
            <a:off x="1123677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7" name="Rectangle 1666">
            <a:extLst>
              <a:ext uri="{FF2B5EF4-FFF2-40B4-BE49-F238E27FC236}">
                <a16:creationId xmlns:a16="http://schemas.microsoft.com/office/drawing/2014/main" id="{5F64F852-3D09-785B-2536-4BB3520714E3}"/>
              </a:ext>
            </a:extLst>
          </p:cNvPr>
          <p:cNvSpPr/>
          <p:nvPr/>
        </p:nvSpPr>
        <p:spPr>
          <a:xfrm rot="10800000">
            <a:off x="1116103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2" name="Straight Connector 1661">
            <a:extLst>
              <a:ext uri="{FF2B5EF4-FFF2-40B4-BE49-F238E27FC236}">
                <a16:creationId xmlns:a16="http://schemas.microsoft.com/office/drawing/2014/main" id="{853E3A6D-F1F7-76A9-E91A-C5EAB6F43C06}"/>
              </a:ext>
            </a:extLst>
          </p:cNvPr>
          <p:cNvCxnSpPr>
            <a:cxnSpLocks/>
          </p:cNvCxnSpPr>
          <p:nvPr/>
        </p:nvCxnSpPr>
        <p:spPr>
          <a:xfrm rot="10800000">
            <a:off x="1204330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Straight Connector 1662">
            <a:extLst>
              <a:ext uri="{FF2B5EF4-FFF2-40B4-BE49-F238E27FC236}">
                <a16:creationId xmlns:a16="http://schemas.microsoft.com/office/drawing/2014/main" id="{A563DE8C-8C41-2A46-ECFC-03F253178950}"/>
              </a:ext>
            </a:extLst>
          </p:cNvPr>
          <p:cNvCxnSpPr>
            <a:cxnSpLocks/>
          </p:cNvCxnSpPr>
          <p:nvPr/>
        </p:nvCxnSpPr>
        <p:spPr>
          <a:xfrm rot="10800000">
            <a:off x="1203351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4" name="Rectangle 1663">
            <a:extLst>
              <a:ext uri="{FF2B5EF4-FFF2-40B4-BE49-F238E27FC236}">
                <a16:creationId xmlns:a16="http://schemas.microsoft.com/office/drawing/2014/main" id="{F3CBCE95-C812-ABE4-106C-373E0D2A544E}"/>
              </a:ext>
            </a:extLst>
          </p:cNvPr>
          <p:cNvSpPr/>
          <p:nvPr/>
        </p:nvSpPr>
        <p:spPr>
          <a:xfrm rot="10800000">
            <a:off x="1195777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9" name="Straight Connector 1658">
            <a:extLst>
              <a:ext uri="{FF2B5EF4-FFF2-40B4-BE49-F238E27FC236}">
                <a16:creationId xmlns:a16="http://schemas.microsoft.com/office/drawing/2014/main" id="{63151353-7C10-99EC-3295-77196AD23EAB}"/>
              </a:ext>
            </a:extLst>
          </p:cNvPr>
          <p:cNvCxnSpPr>
            <a:cxnSpLocks/>
          </p:cNvCxnSpPr>
          <p:nvPr/>
        </p:nvCxnSpPr>
        <p:spPr>
          <a:xfrm rot="10800000">
            <a:off x="1280422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Straight Connector 1659">
            <a:extLst>
              <a:ext uri="{FF2B5EF4-FFF2-40B4-BE49-F238E27FC236}">
                <a16:creationId xmlns:a16="http://schemas.microsoft.com/office/drawing/2014/main" id="{3F0834A5-36E3-F571-2FA6-B39E96C7FD37}"/>
              </a:ext>
            </a:extLst>
          </p:cNvPr>
          <p:cNvCxnSpPr>
            <a:cxnSpLocks/>
          </p:cNvCxnSpPr>
          <p:nvPr/>
        </p:nvCxnSpPr>
        <p:spPr>
          <a:xfrm rot="10800000">
            <a:off x="1279443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1" name="Rectangle 1660">
            <a:extLst>
              <a:ext uri="{FF2B5EF4-FFF2-40B4-BE49-F238E27FC236}">
                <a16:creationId xmlns:a16="http://schemas.microsoft.com/office/drawing/2014/main" id="{B4036A2A-12C6-BBD2-2AC0-EDD8C2133BE1}"/>
              </a:ext>
            </a:extLst>
          </p:cNvPr>
          <p:cNvSpPr/>
          <p:nvPr/>
        </p:nvSpPr>
        <p:spPr>
          <a:xfrm rot="10800000">
            <a:off x="1271869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6" name="Straight Connector 1655">
            <a:extLst>
              <a:ext uri="{FF2B5EF4-FFF2-40B4-BE49-F238E27FC236}">
                <a16:creationId xmlns:a16="http://schemas.microsoft.com/office/drawing/2014/main" id="{2E8F8064-2436-7371-CF41-D7E0C8E607FF}"/>
              </a:ext>
            </a:extLst>
          </p:cNvPr>
          <p:cNvCxnSpPr>
            <a:cxnSpLocks/>
          </p:cNvCxnSpPr>
          <p:nvPr/>
        </p:nvCxnSpPr>
        <p:spPr>
          <a:xfrm rot="10800000">
            <a:off x="1360096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Straight Connector 1656">
            <a:extLst>
              <a:ext uri="{FF2B5EF4-FFF2-40B4-BE49-F238E27FC236}">
                <a16:creationId xmlns:a16="http://schemas.microsoft.com/office/drawing/2014/main" id="{54733C2A-9DE0-B659-394A-7EECC0D9ED12}"/>
              </a:ext>
            </a:extLst>
          </p:cNvPr>
          <p:cNvCxnSpPr>
            <a:cxnSpLocks/>
          </p:cNvCxnSpPr>
          <p:nvPr/>
        </p:nvCxnSpPr>
        <p:spPr>
          <a:xfrm rot="10800000">
            <a:off x="1359117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25B13C4F-B7F3-E6C6-BD88-56C59610A745}"/>
              </a:ext>
            </a:extLst>
          </p:cNvPr>
          <p:cNvSpPr/>
          <p:nvPr/>
        </p:nvSpPr>
        <p:spPr>
          <a:xfrm rot="10800000">
            <a:off x="1351543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3" name="Straight Connector 1652">
            <a:extLst>
              <a:ext uri="{FF2B5EF4-FFF2-40B4-BE49-F238E27FC236}">
                <a16:creationId xmlns:a16="http://schemas.microsoft.com/office/drawing/2014/main" id="{EABF47C9-974F-D82A-9EFD-010DEAF56764}"/>
              </a:ext>
            </a:extLst>
          </p:cNvPr>
          <p:cNvCxnSpPr>
            <a:cxnSpLocks/>
          </p:cNvCxnSpPr>
          <p:nvPr/>
        </p:nvCxnSpPr>
        <p:spPr>
          <a:xfrm rot="10800000">
            <a:off x="1431612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Straight Connector 1653">
            <a:extLst>
              <a:ext uri="{FF2B5EF4-FFF2-40B4-BE49-F238E27FC236}">
                <a16:creationId xmlns:a16="http://schemas.microsoft.com/office/drawing/2014/main" id="{99ADD94D-A466-4330-CD1A-576BB11D05B1}"/>
              </a:ext>
            </a:extLst>
          </p:cNvPr>
          <p:cNvCxnSpPr>
            <a:cxnSpLocks/>
          </p:cNvCxnSpPr>
          <p:nvPr/>
        </p:nvCxnSpPr>
        <p:spPr>
          <a:xfrm rot="10800000">
            <a:off x="1430633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5" name="Rectangle 1654">
            <a:extLst>
              <a:ext uri="{FF2B5EF4-FFF2-40B4-BE49-F238E27FC236}">
                <a16:creationId xmlns:a16="http://schemas.microsoft.com/office/drawing/2014/main" id="{5EF7C195-034F-0542-20D4-B9A3CC49B066}"/>
              </a:ext>
            </a:extLst>
          </p:cNvPr>
          <p:cNvSpPr/>
          <p:nvPr/>
        </p:nvSpPr>
        <p:spPr>
          <a:xfrm rot="10800000">
            <a:off x="1423059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0" name="Straight Connector 1649">
            <a:extLst>
              <a:ext uri="{FF2B5EF4-FFF2-40B4-BE49-F238E27FC236}">
                <a16:creationId xmlns:a16="http://schemas.microsoft.com/office/drawing/2014/main" id="{E50B7805-90E0-3711-FBB5-26FE16A3C4C4}"/>
              </a:ext>
            </a:extLst>
          </p:cNvPr>
          <p:cNvCxnSpPr>
            <a:cxnSpLocks/>
          </p:cNvCxnSpPr>
          <p:nvPr/>
        </p:nvCxnSpPr>
        <p:spPr>
          <a:xfrm rot="10800000">
            <a:off x="1511287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1" name="Straight Connector 1650">
            <a:extLst>
              <a:ext uri="{FF2B5EF4-FFF2-40B4-BE49-F238E27FC236}">
                <a16:creationId xmlns:a16="http://schemas.microsoft.com/office/drawing/2014/main" id="{C7A3CF01-1A04-5C9A-B664-D01F457458DC}"/>
              </a:ext>
            </a:extLst>
          </p:cNvPr>
          <p:cNvCxnSpPr>
            <a:cxnSpLocks/>
          </p:cNvCxnSpPr>
          <p:nvPr/>
        </p:nvCxnSpPr>
        <p:spPr>
          <a:xfrm rot="10800000">
            <a:off x="1510308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2" name="Rectangle 1651">
            <a:extLst>
              <a:ext uri="{FF2B5EF4-FFF2-40B4-BE49-F238E27FC236}">
                <a16:creationId xmlns:a16="http://schemas.microsoft.com/office/drawing/2014/main" id="{A5981F08-2C01-2311-83FF-D40D30D06A09}"/>
              </a:ext>
            </a:extLst>
          </p:cNvPr>
          <p:cNvSpPr/>
          <p:nvPr/>
        </p:nvSpPr>
        <p:spPr>
          <a:xfrm rot="10800000">
            <a:off x="1502734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7" name="Straight Connector 1646">
            <a:extLst>
              <a:ext uri="{FF2B5EF4-FFF2-40B4-BE49-F238E27FC236}">
                <a16:creationId xmlns:a16="http://schemas.microsoft.com/office/drawing/2014/main" id="{437CAE2F-F019-F4DA-83EA-DF13B97A0882}"/>
              </a:ext>
            </a:extLst>
          </p:cNvPr>
          <p:cNvCxnSpPr>
            <a:cxnSpLocks/>
          </p:cNvCxnSpPr>
          <p:nvPr/>
        </p:nvCxnSpPr>
        <p:spPr>
          <a:xfrm rot="10800000">
            <a:off x="925051" y="333141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8" name="Straight Connector 1647">
            <a:extLst>
              <a:ext uri="{FF2B5EF4-FFF2-40B4-BE49-F238E27FC236}">
                <a16:creationId xmlns:a16="http://schemas.microsoft.com/office/drawing/2014/main" id="{A117E3BF-A82E-BFA2-6141-FFC062188A3A}"/>
              </a:ext>
            </a:extLst>
          </p:cNvPr>
          <p:cNvCxnSpPr>
            <a:cxnSpLocks/>
          </p:cNvCxnSpPr>
          <p:nvPr/>
        </p:nvCxnSpPr>
        <p:spPr>
          <a:xfrm rot="10800000">
            <a:off x="924072" y="322600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9" name="Rectangle 1648">
            <a:extLst>
              <a:ext uri="{FF2B5EF4-FFF2-40B4-BE49-F238E27FC236}">
                <a16:creationId xmlns:a16="http://schemas.microsoft.com/office/drawing/2014/main" id="{3D6C48D8-8DF6-EC4B-816A-32E135F86214}"/>
              </a:ext>
            </a:extLst>
          </p:cNvPr>
          <p:cNvSpPr/>
          <p:nvPr/>
        </p:nvSpPr>
        <p:spPr>
          <a:xfrm rot="10800000">
            <a:off x="916498" y="323110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4" name="Straight Connector 1643">
            <a:extLst>
              <a:ext uri="{FF2B5EF4-FFF2-40B4-BE49-F238E27FC236}">
                <a16:creationId xmlns:a16="http://schemas.microsoft.com/office/drawing/2014/main" id="{F8C887D1-CD13-5B21-7EAC-2CFBD3074A80}"/>
              </a:ext>
            </a:extLst>
          </p:cNvPr>
          <p:cNvCxnSpPr>
            <a:cxnSpLocks/>
          </p:cNvCxnSpPr>
          <p:nvPr/>
        </p:nvCxnSpPr>
        <p:spPr>
          <a:xfrm rot="10800000">
            <a:off x="1004726" y="333141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5" name="Straight Connector 1644">
            <a:extLst>
              <a:ext uri="{FF2B5EF4-FFF2-40B4-BE49-F238E27FC236}">
                <a16:creationId xmlns:a16="http://schemas.microsoft.com/office/drawing/2014/main" id="{1ADCE2BD-A97B-9101-A1F1-4B2BE03CE61B}"/>
              </a:ext>
            </a:extLst>
          </p:cNvPr>
          <p:cNvCxnSpPr>
            <a:cxnSpLocks/>
          </p:cNvCxnSpPr>
          <p:nvPr/>
        </p:nvCxnSpPr>
        <p:spPr>
          <a:xfrm rot="10800000">
            <a:off x="1003747" y="322600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6" name="Rectangle 1645">
            <a:extLst>
              <a:ext uri="{FF2B5EF4-FFF2-40B4-BE49-F238E27FC236}">
                <a16:creationId xmlns:a16="http://schemas.microsoft.com/office/drawing/2014/main" id="{4E444C75-1B48-0BD9-552D-BD6AE26E2120}"/>
              </a:ext>
            </a:extLst>
          </p:cNvPr>
          <p:cNvSpPr/>
          <p:nvPr/>
        </p:nvSpPr>
        <p:spPr>
          <a:xfrm rot="10800000">
            <a:off x="996173" y="323110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F7CBB259-E68C-95FF-7FF7-0558426430F0}"/>
              </a:ext>
            </a:extLst>
          </p:cNvPr>
          <p:cNvCxnSpPr>
            <a:cxnSpLocks/>
          </p:cNvCxnSpPr>
          <p:nvPr/>
        </p:nvCxnSpPr>
        <p:spPr>
          <a:xfrm rot="16200000">
            <a:off x="1400846" y="3137375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301297F8-5FA9-C97E-D4FE-0D08AC8690D9}"/>
              </a:ext>
            </a:extLst>
          </p:cNvPr>
          <p:cNvCxnSpPr>
            <a:cxnSpLocks/>
          </p:cNvCxnSpPr>
          <p:nvPr/>
        </p:nvCxnSpPr>
        <p:spPr>
          <a:xfrm rot="16200000">
            <a:off x="1523343" y="3136533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Rectangle 1642">
            <a:extLst>
              <a:ext uri="{FF2B5EF4-FFF2-40B4-BE49-F238E27FC236}">
                <a16:creationId xmlns:a16="http://schemas.microsoft.com/office/drawing/2014/main" id="{CFF844E8-20E5-06FB-E5C3-A01D217F18D7}"/>
              </a:ext>
            </a:extLst>
          </p:cNvPr>
          <p:cNvSpPr/>
          <p:nvPr/>
        </p:nvSpPr>
        <p:spPr>
          <a:xfrm rot="16200000">
            <a:off x="1454735" y="3082048"/>
            <a:ext cx="34405" cy="1106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8" name="Straight Connector 1637">
            <a:extLst>
              <a:ext uri="{FF2B5EF4-FFF2-40B4-BE49-F238E27FC236}">
                <a16:creationId xmlns:a16="http://schemas.microsoft.com/office/drawing/2014/main" id="{8070C8CD-71F8-6CE4-736F-7B1F3B3F6CCB}"/>
              </a:ext>
            </a:extLst>
          </p:cNvPr>
          <p:cNvCxnSpPr>
            <a:cxnSpLocks/>
          </p:cNvCxnSpPr>
          <p:nvPr/>
        </p:nvCxnSpPr>
        <p:spPr>
          <a:xfrm rot="16200000">
            <a:off x="1400846" y="3205124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" name="Straight Connector 1638">
            <a:extLst>
              <a:ext uri="{FF2B5EF4-FFF2-40B4-BE49-F238E27FC236}">
                <a16:creationId xmlns:a16="http://schemas.microsoft.com/office/drawing/2014/main" id="{F6684F76-6E96-A742-DEEC-B5A8A423A4D1}"/>
              </a:ext>
            </a:extLst>
          </p:cNvPr>
          <p:cNvCxnSpPr>
            <a:cxnSpLocks/>
          </p:cNvCxnSpPr>
          <p:nvPr/>
        </p:nvCxnSpPr>
        <p:spPr>
          <a:xfrm rot="16200000">
            <a:off x="1523343" y="3204282"/>
            <a:ext cx="19685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" name="Rectangle 1639">
            <a:extLst>
              <a:ext uri="{FF2B5EF4-FFF2-40B4-BE49-F238E27FC236}">
                <a16:creationId xmlns:a16="http://schemas.microsoft.com/office/drawing/2014/main" id="{32100FD2-9314-0629-E00D-8A8EA6599E97}"/>
              </a:ext>
            </a:extLst>
          </p:cNvPr>
          <p:cNvSpPr/>
          <p:nvPr/>
        </p:nvSpPr>
        <p:spPr>
          <a:xfrm rot="16200000">
            <a:off x="1454735" y="3149797"/>
            <a:ext cx="34405" cy="1106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5" name="Straight Connector 1634">
            <a:extLst>
              <a:ext uri="{FF2B5EF4-FFF2-40B4-BE49-F238E27FC236}">
                <a16:creationId xmlns:a16="http://schemas.microsoft.com/office/drawing/2014/main" id="{87C3E11C-B1F1-8A76-3852-8E8EE7415FD6}"/>
              </a:ext>
            </a:extLst>
          </p:cNvPr>
          <p:cNvCxnSpPr>
            <a:cxnSpLocks/>
          </p:cNvCxnSpPr>
          <p:nvPr/>
        </p:nvCxnSpPr>
        <p:spPr>
          <a:xfrm rot="10800000">
            <a:off x="1451603" y="307652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6" name="Straight Connector 1635">
            <a:extLst>
              <a:ext uri="{FF2B5EF4-FFF2-40B4-BE49-F238E27FC236}">
                <a16:creationId xmlns:a16="http://schemas.microsoft.com/office/drawing/2014/main" id="{4BC5F642-C6F7-C032-5673-80F7494D9724}"/>
              </a:ext>
            </a:extLst>
          </p:cNvPr>
          <p:cNvCxnSpPr>
            <a:cxnSpLocks/>
          </p:cNvCxnSpPr>
          <p:nvPr/>
        </p:nvCxnSpPr>
        <p:spPr>
          <a:xfrm rot="10800000">
            <a:off x="1450624" y="2971123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7" name="Rectangle 1636">
            <a:extLst>
              <a:ext uri="{FF2B5EF4-FFF2-40B4-BE49-F238E27FC236}">
                <a16:creationId xmlns:a16="http://schemas.microsoft.com/office/drawing/2014/main" id="{13BAA279-BD1A-8F2F-163D-BFB551F48265}"/>
              </a:ext>
            </a:extLst>
          </p:cNvPr>
          <p:cNvSpPr/>
          <p:nvPr/>
        </p:nvSpPr>
        <p:spPr>
          <a:xfrm rot="10800000">
            <a:off x="1443050" y="2976217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2" name="Straight Connector 1631">
            <a:extLst>
              <a:ext uri="{FF2B5EF4-FFF2-40B4-BE49-F238E27FC236}">
                <a16:creationId xmlns:a16="http://schemas.microsoft.com/office/drawing/2014/main" id="{B41C99DC-48F5-C080-97A1-65871147AFF5}"/>
              </a:ext>
            </a:extLst>
          </p:cNvPr>
          <p:cNvCxnSpPr>
            <a:cxnSpLocks/>
          </p:cNvCxnSpPr>
          <p:nvPr/>
        </p:nvCxnSpPr>
        <p:spPr>
          <a:xfrm rot="10800000">
            <a:off x="968191" y="316064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" name="Straight Connector 1632">
            <a:extLst>
              <a:ext uri="{FF2B5EF4-FFF2-40B4-BE49-F238E27FC236}">
                <a16:creationId xmlns:a16="http://schemas.microsoft.com/office/drawing/2014/main" id="{91AC552C-D6F2-37E1-C32E-85A4A745F2D8}"/>
              </a:ext>
            </a:extLst>
          </p:cNvPr>
          <p:cNvCxnSpPr>
            <a:cxnSpLocks/>
          </p:cNvCxnSpPr>
          <p:nvPr/>
        </p:nvCxnSpPr>
        <p:spPr>
          <a:xfrm rot="10800000">
            <a:off x="967212" y="305523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4" name="Rectangle 1633">
            <a:extLst>
              <a:ext uri="{FF2B5EF4-FFF2-40B4-BE49-F238E27FC236}">
                <a16:creationId xmlns:a16="http://schemas.microsoft.com/office/drawing/2014/main" id="{C777BD5C-13DD-BFB3-8DA3-A6A7EEFEECC8}"/>
              </a:ext>
            </a:extLst>
          </p:cNvPr>
          <p:cNvSpPr/>
          <p:nvPr/>
        </p:nvSpPr>
        <p:spPr>
          <a:xfrm rot="10800000">
            <a:off x="959638" y="306033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9" name="Straight Connector 1628">
            <a:extLst>
              <a:ext uri="{FF2B5EF4-FFF2-40B4-BE49-F238E27FC236}">
                <a16:creationId xmlns:a16="http://schemas.microsoft.com/office/drawing/2014/main" id="{23D9915D-C2D5-EA9A-E418-855C0C5143A4}"/>
              </a:ext>
            </a:extLst>
          </p:cNvPr>
          <p:cNvCxnSpPr>
            <a:cxnSpLocks/>
          </p:cNvCxnSpPr>
          <p:nvPr/>
        </p:nvCxnSpPr>
        <p:spPr>
          <a:xfrm rot="10800000">
            <a:off x="2429957" y="3278711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0" name="Straight Connector 1629">
            <a:extLst>
              <a:ext uri="{FF2B5EF4-FFF2-40B4-BE49-F238E27FC236}">
                <a16:creationId xmlns:a16="http://schemas.microsoft.com/office/drawing/2014/main" id="{DB3C79E5-613B-FA29-1D42-CF1B6E08069D}"/>
              </a:ext>
            </a:extLst>
          </p:cNvPr>
          <p:cNvCxnSpPr>
            <a:cxnSpLocks/>
          </p:cNvCxnSpPr>
          <p:nvPr/>
        </p:nvCxnSpPr>
        <p:spPr>
          <a:xfrm rot="10800000">
            <a:off x="2428978" y="31733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1" name="Rectangle 1630">
            <a:extLst>
              <a:ext uri="{FF2B5EF4-FFF2-40B4-BE49-F238E27FC236}">
                <a16:creationId xmlns:a16="http://schemas.microsoft.com/office/drawing/2014/main" id="{BF89AE13-2093-9F9D-DCC5-CEF6E16718A0}"/>
              </a:ext>
            </a:extLst>
          </p:cNvPr>
          <p:cNvSpPr/>
          <p:nvPr/>
        </p:nvSpPr>
        <p:spPr>
          <a:xfrm rot="10800000">
            <a:off x="2421404" y="3178399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6" name="Straight Connector 1625">
            <a:extLst>
              <a:ext uri="{FF2B5EF4-FFF2-40B4-BE49-F238E27FC236}">
                <a16:creationId xmlns:a16="http://schemas.microsoft.com/office/drawing/2014/main" id="{5DDFDDCA-0E75-8F83-4A63-95F30C23AB28}"/>
              </a:ext>
            </a:extLst>
          </p:cNvPr>
          <p:cNvCxnSpPr>
            <a:cxnSpLocks/>
          </p:cNvCxnSpPr>
          <p:nvPr/>
        </p:nvCxnSpPr>
        <p:spPr>
          <a:xfrm rot="10800000">
            <a:off x="2554806" y="327680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7" name="Straight Connector 1626">
            <a:extLst>
              <a:ext uri="{FF2B5EF4-FFF2-40B4-BE49-F238E27FC236}">
                <a16:creationId xmlns:a16="http://schemas.microsoft.com/office/drawing/2014/main" id="{9E659C75-810A-CAD3-A105-16C2FADF08CF}"/>
              </a:ext>
            </a:extLst>
          </p:cNvPr>
          <p:cNvCxnSpPr>
            <a:cxnSpLocks/>
          </p:cNvCxnSpPr>
          <p:nvPr/>
        </p:nvCxnSpPr>
        <p:spPr>
          <a:xfrm rot="10800000">
            <a:off x="2553827" y="317139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8" name="Rectangle 1627">
            <a:extLst>
              <a:ext uri="{FF2B5EF4-FFF2-40B4-BE49-F238E27FC236}">
                <a16:creationId xmlns:a16="http://schemas.microsoft.com/office/drawing/2014/main" id="{0134B292-C05D-1F70-23F3-EBCC5D6F3480}"/>
              </a:ext>
            </a:extLst>
          </p:cNvPr>
          <p:cNvSpPr/>
          <p:nvPr/>
        </p:nvSpPr>
        <p:spPr>
          <a:xfrm rot="10800000">
            <a:off x="2546253" y="317649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3" name="Straight Connector 1622">
            <a:extLst>
              <a:ext uri="{FF2B5EF4-FFF2-40B4-BE49-F238E27FC236}">
                <a16:creationId xmlns:a16="http://schemas.microsoft.com/office/drawing/2014/main" id="{561649C5-6C15-2441-E6EF-520D804EA2D1}"/>
              </a:ext>
            </a:extLst>
          </p:cNvPr>
          <p:cNvCxnSpPr>
            <a:cxnSpLocks/>
          </p:cNvCxnSpPr>
          <p:nvPr/>
        </p:nvCxnSpPr>
        <p:spPr>
          <a:xfrm rot="10800000">
            <a:off x="2669897" y="3274916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Straight Connector 1623">
            <a:extLst>
              <a:ext uri="{FF2B5EF4-FFF2-40B4-BE49-F238E27FC236}">
                <a16:creationId xmlns:a16="http://schemas.microsoft.com/office/drawing/2014/main" id="{1DA25A6E-5157-4947-55C3-814145F6E076}"/>
              </a:ext>
            </a:extLst>
          </p:cNvPr>
          <p:cNvCxnSpPr>
            <a:cxnSpLocks/>
          </p:cNvCxnSpPr>
          <p:nvPr/>
        </p:nvCxnSpPr>
        <p:spPr>
          <a:xfrm rot="10800000">
            <a:off x="2668918" y="3169510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5" name="Rectangle 1624">
            <a:extLst>
              <a:ext uri="{FF2B5EF4-FFF2-40B4-BE49-F238E27FC236}">
                <a16:creationId xmlns:a16="http://schemas.microsoft.com/office/drawing/2014/main" id="{6CDB15E3-94E0-AAC6-173A-FFC31E2108DB}"/>
              </a:ext>
            </a:extLst>
          </p:cNvPr>
          <p:cNvSpPr/>
          <p:nvPr/>
        </p:nvSpPr>
        <p:spPr>
          <a:xfrm rot="10800000">
            <a:off x="2661344" y="3174604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0" name="Straight Connector 1619">
            <a:extLst>
              <a:ext uri="{FF2B5EF4-FFF2-40B4-BE49-F238E27FC236}">
                <a16:creationId xmlns:a16="http://schemas.microsoft.com/office/drawing/2014/main" id="{42B351DE-C2A1-3F3F-3394-E50DDF162ACB}"/>
              </a:ext>
            </a:extLst>
          </p:cNvPr>
          <p:cNvCxnSpPr>
            <a:cxnSpLocks/>
          </p:cNvCxnSpPr>
          <p:nvPr/>
        </p:nvCxnSpPr>
        <p:spPr>
          <a:xfrm rot="10800000">
            <a:off x="2794746" y="327491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1" name="Straight Connector 1620">
            <a:extLst>
              <a:ext uri="{FF2B5EF4-FFF2-40B4-BE49-F238E27FC236}">
                <a16:creationId xmlns:a16="http://schemas.microsoft.com/office/drawing/2014/main" id="{2B4E545F-4ED0-CDBB-60F3-06DF450943BD}"/>
              </a:ext>
            </a:extLst>
          </p:cNvPr>
          <p:cNvCxnSpPr>
            <a:cxnSpLocks/>
          </p:cNvCxnSpPr>
          <p:nvPr/>
        </p:nvCxnSpPr>
        <p:spPr>
          <a:xfrm rot="10800000">
            <a:off x="2793767" y="316950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2" name="Rectangle 1621">
            <a:extLst>
              <a:ext uri="{FF2B5EF4-FFF2-40B4-BE49-F238E27FC236}">
                <a16:creationId xmlns:a16="http://schemas.microsoft.com/office/drawing/2014/main" id="{A05153C6-FDFA-A90C-579F-1E34359A767A}"/>
              </a:ext>
            </a:extLst>
          </p:cNvPr>
          <p:cNvSpPr/>
          <p:nvPr/>
        </p:nvSpPr>
        <p:spPr>
          <a:xfrm rot="10800000">
            <a:off x="2786193" y="317460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7" name="Straight Connector 1616">
            <a:extLst>
              <a:ext uri="{FF2B5EF4-FFF2-40B4-BE49-F238E27FC236}">
                <a16:creationId xmlns:a16="http://schemas.microsoft.com/office/drawing/2014/main" id="{75277C55-64E3-1A6E-75A0-6807908C7724}"/>
              </a:ext>
            </a:extLst>
          </p:cNvPr>
          <p:cNvCxnSpPr>
            <a:cxnSpLocks/>
          </p:cNvCxnSpPr>
          <p:nvPr/>
        </p:nvCxnSpPr>
        <p:spPr>
          <a:xfrm rot="10800000">
            <a:off x="2898056" y="327491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8" name="Straight Connector 1617">
            <a:extLst>
              <a:ext uri="{FF2B5EF4-FFF2-40B4-BE49-F238E27FC236}">
                <a16:creationId xmlns:a16="http://schemas.microsoft.com/office/drawing/2014/main" id="{F2A6F1FE-F317-1132-C767-13C537A2D328}"/>
              </a:ext>
            </a:extLst>
          </p:cNvPr>
          <p:cNvCxnSpPr>
            <a:cxnSpLocks/>
          </p:cNvCxnSpPr>
          <p:nvPr/>
        </p:nvCxnSpPr>
        <p:spPr>
          <a:xfrm rot="10800000">
            <a:off x="2897077" y="316950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9" name="Rectangle 1618">
            <a:extLst>
              <a:ext uri="{FF2B5EF4-FFF2-40B4-BE49-F238E27FC236}">
                <a16:creationId xmlns:a16="http://schemas.microsoft.com/office/drawing/2014/main" id="{B476C8C0-452D-3B5B-CE8C-09B12BB9241F}"/>
              </a:ext>
            </a:extLst>
          </p:cNvPr>
          <p:cNvSpPr/>
          <p:nvPr/>
        </p:nvSpPr>
        <p:spPr>
          <a:xfrm rot="10800000">
            <a:off x="2889503" y="317460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4" name="Straight Connector 1613">
            <a:extLst>
              <a:ext uri="{FF2B5EF4-FFF2-40B4-BE49-F238E27FC236}">
                <a16:creationId xmlns:a16="http://schemas.microsoft.com/office/drawing/2014/main" id="{453D8FF2-D679-1647-EB63-76B05AFB5CFE}"/>
              </a:ext>
            </a:extLst>
          </p:cNvPr>
          <p:cNvCxnSpPr>
            <a:cxnSpLocks/>
          </p:cNvCxnSpPr>
          <p:nvPr/>
        </p:nvCxnSpPr>
        <p:spPr>
          <a:xfrm rot="10800000">
            <a:off x="3022905" y="3274914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Straight Connector 1614">
            <a:extLst>
              <a:ext uri="{FF2B5EF4-FFF2-40B4-BE49-F238E27FC236}">
                <a16:creationId xmlns:a16="http://schemas.microsoft.com/office/drawing/2014/main" id="{B4F51C81-F323-7555-164A-32E7072BE2AB}"/>
              </a:ext>
            </a:extLst>
          </p:cNvPr>
          <p:cNvCxnSpPr>
            <a:cxnSpLocks/>
          </p:cNvCxnSpPr>
          <p:nvPr/>
        </p:nvCxnSpPr>
        <p:spPr>
          <a:xfrm rot="10800000">
            <a:off x="3021926" y="316950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A0E6B76C-4AAA-6C6D-183D-71C6F586A89A}"/>
              </a:ext>
            </a:extLst>
          </p:cNvPr>
          <p:cNvSpPr/>
          <p:nvPr/>
        </p:nvSpPr>
        <p:spPr>
          <a:xfrm rot="10800000">
            <a:off x="3014352" y="3174602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1" name="Straight Connector 1610">
            <a:extLst>
              <a:ext uri="{FF2B5EF4-FFF2-40B4-BE49-F238E27FC236}">
                <a16:creationId xmlns:a16="http://schemas.microsoft.com/office/drawing/2014/main" id="{E9FB7BE8-A865-5F7B-1359-E4B8E828885C}"/>
              </a:ext>
            </a:extLst>
          </p:cNvPr>
          <p:cNvCxnSpPr>
            <a:cxnSpLocks/>
          </p:cNvCxnSpPr>
          <p:nvPr/>
        </p:nvCxnSpPr>
        <p:spPr>
          <a:xfrm rot="10800000">
            <a:off x="2497066" y="3529703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2" name="Straight Connector 1611">
            <a:extLst>
              <a:ext uri="{FF2B5EF4-FFF2-40B4-BE49-F238E27FC236}">
                <a16:creationId xmlns:a16="http://schemas.microsoft.com/office/drawing/2014/main" id="{F9874104-E15E-AAAD-B6B5-F234BEDDEEC3}"/>
              </a:ext>
            </a:extLst>
          </p:cNvPr>
          <p:cNvCxnSpPr>
            <a:cxnSpLocks/>
          </p:cNvCxnSpPr>
          <p:nvPr/>
        </p:nvCxnSpPr>
        <p:spPr>
          <a:xfrm rot="10800000">
            <a:off x="2496087" y="3424297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3" name="Rectangle 1612">
            <a:extLst>
              <a:ext uri="{FF2B5EF4-FFF2-40B4-BE49-F238E27FC236}">
                <a16:creationId xmlns:a16="http://schemas.microsoft.com/office/drawing/2014/main" id="{EE9FFF7C-6EB7-FF63-CC67-1F7AA2466B78}"/>
              </a:ext>
            </a:extLst>
          </p:cNvPr>
          <p:cNvSpPr/>
          <p:nvPr/>
        </p:nvSpPr>
        <p:spPr>
          <a:xfrm rot="10800000">
            <a:off x="2488513" y="3429391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8" name="Straight Connector 1607">
            <a:extLst>
              <a:ext uri="{FF2B5EF4-FFF2-40B4-BE49-F238E27FC236}">
                <a16:creationId xmlns:a16="http://schemas.microsoft.com/office/drawing/2014/main" id="{CC4A2FB8-2355-3FE9-8200-CB4ADEDE71AB}"/>
              </a:ext>
            </a:extLst>
          </p:cNvPr>
          <p:cNvCxnSpPr>
            <a:cxnSpLocks/>
          </p:cNvCxnSpPr>
          <p:nvPr/>
        </p:nvCxnSpPr>
        <p:spPr>
          <a:xfrm rot="10800000">
            <a:off x="2621915" y="352779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9" name="Straight Connector 1608">
            <a:extLst>
              <a:ext uri="{FF2B5EF4-FFF2-40B4-BE49-F238E27FC236}">
                <a16:creationId xmlns:a16="http://schemas.microsoft.com/office/drawing/2014/main" id="{4C08298B-F764-145A-EA35-5EC60275AE6A}"/>
              </a:ext>
            </a:extLst>
          </p:cNvPr>
          <p:cNvCxnSpPr>
            <a:cxnSpLocks/>
          </p:cNvCxnSpPr>
          <p:nvPr/>
        </p:nvCxnSpPr>
        <p:spPr>
          <a:xfrm rot="10800000">
            <a:off x="2620936" y="342238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0" name="Rectangle 1609">
            <a:extLst>
              <a:ext uri="{FF2B5EF4-FFF2-40B4-BE49-F238E27FC236}">
                <a16:creationId xmlns:a16="http://schemas.microsoft.com/office/drawing/2014/main" id="{F99BBC06-1AFF-915F-3C0D-C14462E3BA36}"/>
              </a:ext>
            </a:extLst>
          </p:cNvPr>
          <p:cNvSpPr/>
          <p:nvPr/>
        </p:nvSpPr>
        <p:spPr>
          <a:xfrm rot="10800000">
            <a:off x="2613362" y="342748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5" name="Straight Connector 1604">
            <a:extLst>
              <a:ext uri="{FF2B5EF4-FFF2-40B4-BE49-F238E27FC236}">
                <a16:creationId xmlns:a16="http://schemas.microsoft.com/office/drawing/2014/main" id="{42EEAB1D-C556-2018-3481-E747FF2125F9}"/>
              </a:ext>
            </a:extLst>
          </p:cNvPr>
          <p:cNvCxnSpPr>
            <a:cxnSpLocks/>
          </p:cNvCxnSpPr>
          <p:nvPr/>
        </p:nvCxnSpPr>
        <p:spPr>
          <a:xfrm rot="10800000">
            <a:off x="2737006" y="3525908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6" name="Straight Connector 1605">
            <a:extLst>
              <a:ext uri="{FF2B5EF4-FFF2-40B4-BE49-F238E27FC236}">
                <a16:creationId xmlns:a16="http://schemas.microsoft.com/office/drawing/2014/main" id="{7D9C36F3-1A27-C5BA-358F-DC2876F671C4}"/>
              </a:ext>
            </a:extLst>
          </p:cNvPr>
          <p:cNvCxnSpPr>
            <a:cxnSpLocks/>
          </p:cNvCxnSpPr>
          <p:nvPr/>
        </p:nvCxnSpPr>
        <p:spPr>
          <a:xfrm rot="10800000">
            <a:off x="2736027" y="3420502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7" name="Rectangle 1606">
            <a:extLst>
              <a:ext uri="{FF2B5EF4-FFF2-40B4-BE49-F238E27FC236}">
                <a16:creationId xmlns:a16="http://schemas.microsoft.com/office/drawing/2014/main" id="{6B28EB58-3F6C-6834-28D9-60E7BAB62BDE}"/>
              </a:ext>
            </a:extLst>
          </p:cNvPr>
          <p:cNvSpPr/>
          <p:nvPr/>
        </p:nvSpPr>
        <p:spPr>
          <a:xfrm rot="10800000">
            <a:off x="2728453" y="3425596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2" name="Straight Connector 1601">
            <a:extLst>
              <a:ext uri="{FF2B5EF4-FFF2-40B4-BE49-F238E27FC236}">
                <a16:creationId xmlns:a16="http://schemas.microsoft.com/office/drawing/2014/main" id="{9EEEBC45-A354-9371-100F-88EC96F7F0BF}"/>
              </a:ext>
            </a:extLst>
          </p:cNvPr>
          <p:cNvCxnSpPr>
            <a:cxnSpLocks/>
          </p:cNvCxnSpPr>
          <p:nvPr/>
        </p:nvCxnSpPr>
        <p:spPr>
          <a:xfrm rot="10800000">
            <a:off x="2861855" y="3525907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3" name="Straight Connector 1602">
            <a:extLst>
              <a:ext uri="{FF2B5EF4-FFF2-40B4-BE49-F238E27FC236}">
                <a16:creationId xmlns:a16="http://schemas.microsoft.com/office/drawing/2014/main" id="{1C435B07-46AF-FF0E-C090-65871492DB42}"/>
              </a:ext>
            </a:extLst>
          </p:cNvPr>
          <p:cNvCxnSpPr>
            <a:cxnSpLocks/>
          </p:cNvCxnSpPr>
          <p:nvPr/>
        </p:nvCxnSpPr>
        <p:spPr>
          <a:xfrm rot="10800000">
            <a:off x="2860876" y="3420501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4" name="Rectangle 1603">
            <a:extLst>
              <a:ext uri="{FF2B5EF4-FFF2-40B4-BE49-F238E27FC236}">
                <a16:creationId xmlns:a16="http://schemas.microsoft.com/office/drawing/2014/main" id="{280DFC5C-978E-2AEC-F8EC-A92AC8843159}"/>
              </a:ext>
            </a:extLst>
          </p:cNvPr>
          <p:cNvSpPr/>
          <p:nvPr/>
        </p:nvSpPr>
        <p:spPr>
          <a:xfrm rot="10800000">
            <a:off x="2853302" y="3425595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9" name="Straight Connector 1598">
            <a:extLst>
              <a:ext uri="{FF2B5EF4-FFF2-40B4-BE49-F238E27FC236}">
                <a16:creationId xmlns:a16="http://schemas.microsoft.com/office/drawing/2014/main" id="{6BA4423A-0CB4-E518-6D51-6EB41F299EA6}"/>
              </a:ext>
            </a:extLst>
          </p:cNvPr>
          <p:cNvCxnSpPr>
            <a:cxnSpLocks/>
          </p:cNvCxnSpPr>
          <p:nvPr/>
        </p:nvCxnSpPr>
        <p:spPr>
          <a:xfrm rot="10800000">
            <a:off x="2965165" y="3525906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Straight Connector 1599">
            <a:extLst>
              <a:ext uri="{FF2B5EF4-FFF2-40B4-BE49-F238E27FC236}">
                <a16:creationId xmlns:a16="http://schemas.microsoft.com/office/drawing/2014/main" id="{5CADEEBB-374C-C679-5C4F-B75AF7A789FD}"/>
              </a:ext>
            </a:extLst>
          </p:cNvPr>
          <p:cNvCxnSpPr>
            <a:cxnSpLocks/>
          </p:cNvCxnSpPr>
          <p:nvPr/>
        </p:nvCxnSpPr>
        <p:spPr>
          <a:xfrm rot="10800000">
            <a:off x="2964186" y="3420500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1" name="Rectangle 1600">
            <a:extLst>
              <a:ext uri="{FF2B5EF4-FFF2-40B4-BE49-F238E27FC236}">
                <a16:creationId xmlns:a16="http://schemas.microsoft.com/office/drawing/2014/main" id="{A1F72970-5153-66DF-6EF0-DF340444D96D}"/>
              </a:ext>
            </a:extLst>
          </p:cNvPr>
          <p:cNvSpPr/>
          <p:nvPr/>
        </p:nvSpPr>
        <p:spPr>
          <a:xfrm rot="10800000">
            <a:off x="2956612" y="3425594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6" name="Straight Connector 1595">
            <a:extLst>
              <a:ext uri="{FF2B5EF4-FFF2-40B4-BE49-F238E27FC236}">
                <a16:creationId xmlns:a16="http://schemas.microsoft.com/office/drawing/2014/main" id="{DF63001A-7350-F925-35D0-6F218208DE22}"/>
              </a:ext>
            </a:extLst>
          </p:cNvPr>
          <p:cNvCxnSpPr>
            <a:cxnSpLocks/>
          </p:cNvCxnSpPr>
          <p:nvPr/>
        </p:nvCxnSpPr>
        <p:spPr>
          <a:xfrm rot="10800000">
            <a:off x="3090014" y="3525905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Straight Connector 1596">
            <a:extLst>
              <a:ext uri="{FF2B5EF4-FFF2-40B4-BE49-F238E27FC236}">
                <a16:creationId xmlns:a16="http://schemas.microsoft.com/office/drawing/2014/main" id="{0163EF82-0C11-8810-F8D0-54C25EE508CA}"/>
              </a:ext>
            </a:extLst>
          </p:cNvPr>
          <p:cNvCxnSpPr>
            <a:cxnSpLocks/>
          </p:cNvCxnSpPr>
          <p:nvPr/>
        </p:nvCxnSpPr>
        <p:spPr>
          <a:xfrm rot="10800000">
            <a:off x="3089035" y="3420499"/>
            <a:ext cx="22877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8" name="Rectangle 1597">
            <a:extLst>
              <a:ext uri="{FF2B5EF4-FFF2-40B4-BE49-F238E27FC236}">
                <a16:creationId xmlns:a16="http://schemas.microsoft.com/office/drawing/2014/main" id="{E37509C9-051B-AD52-2393-EB6F905FD506}"/>
              </a:ext>
            </a:extLst>
          </p:cNvPr>
          <p:cNvSpPr/>
          <p:nvPr/>
        </p:nvSpPr>
        <p:spPr>
          <a:xfrm rot="10800000">
            <a:off x="3081461" y="3425593"/>
            <a:ext cx="39984" cy="95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6" name="Oval 1575">
            <a:extLst>
              <a:ext uri="{FF2B5EF4-FFF2-40B4-BE49-F238E27FC236}">
                <a16:creationId xmlns:a16="http://schemas.microsoft.com/office/drawing/2014/main" id="{8E2DB937-B77C-6236-4D38-C127ED833DEE}"/>
              </a:ext>
            </a:extLst>
          </p:cNvPr>
          <p:cNvSpPr/>
          <p:nvPr/>
        </p:nvSpPr>
        <p:spPr>
          <a:xfrm>
            <a:off x="704810" y="3134192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7" name="Oval 1576">
            <a:extLst>
              <a:ext uri="{FF2B5EF4-FFF2-40B4-BE49-F238E27FC236}">
                <a16:creationId xmlns:a16="http://schemas.microsoft.com/office/drawing/2014/main" id="{1C34288C-9C1F-068E-F983-23269A3C82BA}"/>
              </a:ext>
            </a:extLst>
          </p:cNvPr>
          <p:cNvSpPr/>
          <p:nvPr/>
        </p:nvSpPr>
        <p:spPr>
          <a:xfrm>
            <a:off x="704810" y="3331414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8" name="Oval 1577">
            <a:extLst>
              <a:ext uri="{FF2B5EF4-FFF2-40B4-BE49-F238E27FC236}">
                <a16:creationId xmlns:a16="http://schemas.microsoft.com/office/drawing/2014/main" id="{156D4651-EBAC-A57C-DDD0-9C76F2287AC9}"/>
              </a:ext>
            </a:extLst>
          </p:cNvPr>
          <p:cNvSpPr/>
          <p:nvPr/>
        </p:nvSpPr>
        <p:spPr>
          <a:xfrm>
            <a:off x="705307" y="3429499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9" name="Oval 1578">
            <a:extLst>
              <a:ext uri="{FF2B5EF4-FFF2-40B4-BE49-F238E27FC236}">
                <a16:creationId xmlns:a16="http://schemas.microsoft.com/office/drawing/2014/main" id="{E0DE03E1-C0CD-3734-D0D2-481E6CB95699}"/>
              </a:ext>
            </a:extLst>
          </p:cNvPr>
          <p:cNvSpPr/>
          <p:nvPr/>
        </p:nvSpPr>
        <p:spPr>
          <a:xfrm>
            <a:off x="708132" y="3525904"/>
            <a:ext cx="88857" cy="7304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0" name="Oval 1579">
            <a:extLst>
              <a:ext uri="{FF2B5EF4-FFF2-40B4-BE49-F238E27FC236}">
                <a16:creationId xmlns:a16="http://schemas.microsoft.com/office/drawing/2014/main" id="{D6CD7B17-83C0-0F68-5CF9-7D67AF2A937A}"/>
              </a:ext>
            </a:extLst>
          </p:cNvPr>
          <p:cNvSpPr/>
          <p:nvPr/>
        </p:nvSpPr>
        <p:spPr>
          <a:xfrm>
            <a:off x="925634" y="363179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1" name="Oval 1580">
            <a:extLst>
              <a:ext uri="{FF2B5EF4-FFF2-40B4-BE49-F238E27FC236}">
                <a16:creationId xmlns:a16="http://schemas.microsoft.com/office/drawing/2014/main" id="{BB81C692-17EB-B3D0-7B33-73CB21E42230}"/>
              </a:ext>
            </a:extLst>
          </p:cNvPr>
          <p:cNvSpPr/>
          <p:nvPr/>
        </p:nvSpPr>
        <p:spPr>
          <a:xfrm>
            <a:off x="1043570" y="363179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2" name="Oval 1581">
            <a:extLst>
              <a:ext uri="{FF2B5EF4-FFF2-40B4-BE49-F238E27FC236}">
                <a16:creationId xmlns:a16="http://schemas.microsoft.com/office/drawing/2014/main" id="{35B4457D-D452-A88D-30A3-E22E6BBC1325}"/>
              </a:ext>
            </a:extLst>
          </p:cNvPr>
          <p:cNvSpPr/>
          <p:nvPr/>
        </p:nvSpPr>
        <p:spPr>
          <a:xfrm>
            <a:off x="1161507" y="363179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3" name="Oval 1582">
            <a:extLst>
              <a:ext uri="{FF2B5EF4-FFF2-40B4-BE49-F238E27FC236}">
                <a16:creationId xmlns:a16="http://schemas.microsoft.com/office/drawing/2014/main" id="{B188F115-3887-9948-B08E-2730DC8F3EE0}"/>
              </a:ext>
            </a:extLst>
          </p:cNvPr>
          <p:cNvSpPr/>
          <p:nvPr/>
        </p:nvSpPr>
        <p:spPr>
          <a:xfrm>
            <a:off x="1279443" y="3631799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4" name="Oval 1583">
            <a:extLst>
              <a:ext uri="{FF2B5EF4-FFF2-40B4-BE49-F238E27FC236}">
                <a16:creationId xmlns:a16="http://schemas.microsoft.com/office/drawing/2014/main" id="{16CDB457-5C8C-1E71-6AE9-D1500D1EA1AC}"/>
              </a:ext>
            </a:extLst>
          </p:cNvPr>
          <p:cNvSpPr/>
          <p:nvPr/>
        </p:nvSpPr>
        <p:spPr>
          <a:xfrm>
            <a:off x="1494017" y="363304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5" name="Oval 1584">
            <a:extLst>
              <a:ext uri="{FF2B5EF4-FFF2-40B4-BE49-F238E27FC236}">
                <a16:creationId xmlns:a16="http://schemas.microsoft.com/office/drawing/2014/main" id="{EBA65396-6405-0F29-F0F1-D14D4E16E605}"/>
              </a:ext>
            </a:extLst>
          </p:cNvPr>
          <p:cNvSpPr/>
          <p:nvPr/>
        </p:nvSpPr>
        <p:spPr>
          <a:xfrm>
            <a:off x="1611954" y="363304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6" name="Oval 1585">
            <a:extLst>
              <a:ext uri="{FF2B5EF4-FFF2-40B4-BE49-F238E27FC236}">
                <a16:creationId xmlns:a16="http://schemas.microsoft.com/office/drawing/2014/main" id="{F33D982A-620F-2976-0582-C879C8CB3CF2}"/>
              </a:ext>
            </a:extLst>
          </p:cNvPr>
          <p:cNvSpPr/>
          <p:nvPr/>
        </p:nvSpPr>
        <p:spPr>
          <a:xfrm>
            <a:off x="1729890" y="363304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Oval 1586">
            <a:extLst>
              <a:ext uri="{FF2B5EF4-FFF2-40B4-BE49-F238E27FC236}">
                <a16:creationId xmlns:a16="http://schemas.microsoft.com/office/drawing/2014/main" id="{1703B2F5-3218-EA66-643E-9894237A9B4D}"/>
              </a:ext>
            </a:extLst>
          </p:cNvPr>
          <p:cNvSpPr/>
          <p:nvPr/>
        </p:nvSpPr>
        <p:spPr>
          <a:xfrm>
            <a:off x="1847827" y="3633048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8" name="Oval 1587">
            <a:extLst>
              <a:ext uri="{FF2B5EF4-FFF2-40B4-BE49-F238E27FC236}">
                <a16:creationId xmlns:a16="http://schemas.microsoft.com/office/drawing/2014/main" id="{8BF46729-ECE4-82D9-CCAF-CBFD2D6C3532}"/>
              </a:ext>
            </a:extLst>
          </p:cNvPr>
          <p:cNvSpPr/>
          <p:nvPr/>
        </p:nvSpPr>
        <p:spPr>
          <a:xfrm>
            <a:off x="2183607" y="363225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9" name="Oval 1588">
            <a:extLst>
              <a:ext uri="{FF2B5EF4-FFF2-40B4-BE49-F238E27FC236}">
                <a16:creationId xmlns:a16="http://schemas.microsoft.com/office/drawing/2014/main" id="{E26F85CE-8BC2-1D4C-776A-C95FB190205C}"/>
              </a:ext>
            </a:extLst>
          </p:cNvPr>
          <p:cNvSpPr/>
          <p:nvPr/>
        </p:nvSpPr>
        <p:spPr>
          <a:xfrm>
            <a:off x="2301543" y="363225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0" name="Oval 1589">
            <a:extLst>
              <a:ext uri="{FF2B5EF4-FFF2-40B4-BE49-F238E27FC236}">
                <a16:creationId xmlns:a16="http://schemas.microsoft.com/office/drawing/2014/main" id="{23D44F38-3BCD-8F00-4139-C9E7CAE54562}"/>
              </a:ext>
            </a:extLst>
          </p:cNvPr>
          <p:cNvSpPr/>
          <p:nvPr/>
        </p:nvSpPr>
        <p:spPr>
          <a:xfrm>
            <a:off x="2419480" y="363225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1" name="Oval 1590">
            <a:extLst>
              <a:ext uri="{FF2B5EF4-FFF2-40B4-BE49-F238E27FC236}">
                <a16:creationId xmlns:a16="http://schemas.microsoft.com/office/drawing/2014/main" id="{5AC1D8BA-E0A8-9BC9-4A6B-2C846B5850F9}"/>
              </a:ext>
            </a:extLst>
          </p:cNvPr>
          <p:cNvSpPr/>
          <p:nvPr/>
        </p:nvSpPr>
        <p:spPr>
          <a:xfrm>
            <a:off x="2537416" y="3632257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2" name="Oval 1591">
            <a:extLst>
              <a:ext uri="{FF2B5EF4-FFF2-40B4-BE49-F238E27FC236}">
                <a16:creationId xmlns:a16="http://schemas.microsoft.com/office/drawing/2014/main" id="{129121EF-EBD0-F481-EA1C-E740C2AFB4A7}"/>
              </a:ext>
            </a:extLst>
          </p:cNvPr>
          <p:cNvSpPr/>
          <p:nvPr/>
        </p:nvSpPr>
        <p:spPr>
          <a:xfrm>
            <a:off x="2751990" y="363350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3" name="Oval 1592">
            <a:extLst>
              <a:ext uri="{FF2B5EF4-FFF2-40B4-BE49-F238E27FC236}">
                <a16:creationId xmlns:a16="http://schemas.microsoft.com/office/drawing/2014/main" id="{E8E13BD7-C5C7-51A6-A0B5-77D5881F27AA}"/>
              </a:ext>
            </a:extLst>
          </p:cNvPr>
          <p:cNvSpPr/>
          <p:nvPr/>
        </p:nvSpPr>
        <p:spPr>
          <a:xfrm>
            <a:off x="2869927" y="363350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4" name="Oval 1593">
            <a:extLst>
              <a:ext uri="{FF2B5EF4-FFF2-40B4-BE49-F238E27FC236}">
                <a16:creationId xmlns:a16="http://schemas.microsoft.com/office/drawing/2014/main" id="{AE49A892-DA9C-8A2B-47F3-E047B982C688}"/>
              </a:ext>
            </a:extLst>
          </p:cNvPr>
          <p:cNvSpPr/>
          <p:nvPr/>
        </p:nvSpPr>
        <p:spPr>
          <a:xfrm>
            <a:off x="2987863" y="363350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5" name="Oval 1594">
            <a:extLst>
              <a:ext uri="{FF2B5EF4-FFF2-40B4-BE49-F238E27FC236}">
                <a16:creationId xmlns:a16="http://schemas.microsoft.com/office/drawing/2014/main" id="{7ACB5A23-8952-CC4C-20AA-D51026C58477}"/>
              </a:ext>
            </a:extLst>
          </p:cNvPr>
          <p:cNvSpPr/>
          <p:nvPr/>
        </p:nvSpPr>
        <p:spPr>
          <a:xfrm>
            <a:off x="3105800" y="3633506"/>
            <a:ext cx="88857" cy="73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77" name="Picture 1676">
            <a:extLst>
              <a:ext uri="{FF2B5EF4-FFF2-40B4-BE49-F238E27FC236}">
                <a16:creationId xmlns:a16="http://schemas.microsoft.com/office/drawing/2014/main" id="{92DC75DA-C13B-6272-BAF4-999D4127BD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42" y="4186139"/>
            <a:ext cx="317766" cy="499347"/>
          </a:xfrm>
          <a:prstGeom prst="rect">
            <a:avLst/>
          </a:prstGeom>
        </p:spPr>
      </p:pic>
      <p:pic>
        <p:nvPicPr>
          <p:cNvPr id="1757" name="Picture 1756">
            <a:extLst>
              <a:ext uri="{FF2B5EF4-FFF2-40B4-BE49-F238E27FC236}">
                <a16:creationId xmlns:a16="http://schemas.microsoft.com/office/drawing/2014/main" id="{CB02399C-41E8-8A85-E331-C7167A1853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25526" y="593417"/>
            <a:ext cx="901554" cy="802707"/>
          </a:xfrm>
          <a:prstGeom prst="rect">
            <a:avLst/>
          </a:prstGeom>
        </p:spPr>
      </p:pic>
      <p:sp>
        <p:nvSpPr>
          <p:cNvPr id="1767" name="Oval 1766">
            <a:extLst>
              <a:ext uri="{FF2B5EF4-FFF2-40B4-BE49-F238E27FC236}">
                <a16:creationId xmlns:a16="http://schemas.microsoft.com/office/drawing/2014/main" id="{5760576B-B05E-70E2-64DD-0B9C55D3A1E1}"/>
              </a:ext>
            </a:extLst>
          </p:cNvPr>
          <p:cNvSpPr/>
          <p:nvPr/>
        </p:nvSpPr>
        <p:spPr>
          <a:xfrm>
            <a:off x="8940651" y="885727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8" name="Oval 1767">
            <a:extLst>
              <a:ext uri="{FF2B5EF4-FFF2-40B4-BE49-F238E27FC236}">
                <a16:creationId xmlns:a16="http://schemas.microsoft.com/office/drawing/2014/main" id="{E2394D98-FABF-AE96-E044-C316156CCECB}"/>
              </a:ext>
            </a:extLst>
          </p:cNvPr>
          <p:cNvSpPr/>
          <p:nvPr/>
        </p:nvSpPr>
        <p:spPr>
          <a:xfrm>
            <a:off x="8941794" y="945321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9" name="Oval 1768">
            <a:extLst>
              <a:ext uri="{FF2B5EF4-FFF2-40B4-BE49-F238E27FC236}">
                <a16:creationId xmlns:a16="http://schemas.microsoft.com/office/drawing/2014/main" id="{E475ADF0-74DC-70B3-ABF1-1EB5B332134F}"/>
              </a:ext>
            </a:extLst>
          </p:cNvPr>
          <p:cNvSpPr/>
          <p:nvPr/>
        </p:nvSpPr>
        <p:spPr>
          <a:xfrm>
            <a:off x="8941400" y="1004915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0" name="Oval 1769">
            <a:extLst>
              <a:ext uri="{FF2B5EF4-FFF2-40B4-BE49-F238E27FC236}">
                <a16:creationId xmlns:a16="http://schemas.microsoft.com/office/drawing/2014/main" id="{28D8DCC5-2012-F90D-5EFB-3B89DE5D176C}"/>
              </a:ext>
            </a:extLst>
          </p:cNvPr>
          <p:cNvSpPr/>
          <p:nvPr/>
        </p:nvSpPr>
        <p:spPr>
          <a:xfrm>
            <a:off x="8941400" y="1056378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2" name="Picture 1771">
            <a:extLst>
              <a:ext uri="{FF2B5EF4-FFF2-40B4-BE49-F238E27FC236}">
                <a16:creationId xmlns:a16="http://schemas.microsoft.com/office/drawing/2014/main" id="{50C4AA6E-4173-EE1A-93BD-99394F507C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918321" y="598959"/>
            <a:ext cx="901554" cy="802707"/>
          </a:xfrm>
          <a:prstGeom prst="rect">
            <a:avLst/>
          </a:prstGeom>
        </p:spPr>
      </p:pic>
      <p:sp>
        <p:nvSpPr>
          <p:cNvPr id="1781" name="Oval 1780">
            <a:extLst>
              <a:ext uri="{FF2B5EF4-FFF2-40B4-BE49-F238E27FC236}">
                <a16:creationId xmlns:a16="http://schemas.microsoft.com/office/drawing/2014/main" id="{E1B75CEA-D2D1-EF58-9A89-01B3C8E642D8}"/>
              </a:ext>
            </a:extLst>
          </p:cNvPr>
          <p:cNvSpPr/>
          <p:nvPr/>
        </p:nvSpPr>
        <p:spPr>
          <a:xfrm>
            <a:off x="8033446" y="891269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2" name="Oval 1781">
            <a:extLst>
              <a:ext uri="{FF2B5EF4-FFF2-40B4-BE49-F238E27FC236}">
                <a16:creationId xmlns:a16="http://schemas.microsoft.com/office/drawing/2014/main" id="{827C4680-1205-EB1E-AD58-287E5D5A3BF2}"/>
              </a:ext>
            </a:extLst>
          </p:cNvPr>
          <p:cNvSpPr/>
          <p:nvPr/>
        </p:nvSpPr>
        <p:spPr>
          <a:xfrm>
            <a:off x="8034589" y="950863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3" name="Oval 1782">
            <a:extLst>
              <a:ext uri="{FF2B5EF4-FFF2-40B4-BE49-F238E27FC236}">
                <a16:creationId xmlns:a16="http://schemas.microsoft.com/office/drawing/2014/main" id="{6B2B9AD3-156C-C025-6341-D8B252A3F7A0}"/>
              </a:ext>
            </a:extLst>
          </p:cNvPr>
          <p:cNvSpPr/>
          <p:nvPr/>
        </p:nvSpPr>
        <p:spPr>
          <a:xfrm>
            <a:off x="8034195" y="1010457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Oval 1783">
            <a:extLst>
              <a:ext uri="{FF2B5EF4-FFF2-40B4-BE49-F238E27FC236}">
                <a16:creationId xmlns:a16="http://schemas.microsoft.com/office/drawing/2014/main" id="{7FDCADBF-7708-9A52-A157-9244A0AA50B2}"/>
              </a:ext>
            </a:extLst>
          </p:cNvPr>
          <p:cNvSpPr/>
          <p:nvPr/>
        </p:nvSpPr>
        <p:spPr>
          <a:xfrm>
            <a:off x="8034195" y="1061920"/>
            <a:ext cx="45719" cy="4571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1" name="Oval 1790">
            <a:extLst>
              <a:ext uri="{FF2B5EF4-FFF2-40B4-BE49-F238E27FC236}">
                <a16:creationId xmlns:a16="http://schemas.microsoft.com/office/drawing/2014/main" id="{6B2E495E-A8EF-C1DE-B0F5-8C5B6F3A346E}"/>
              </a:ext>
            </a:extLst>
          </p:cNvPr>
          <p:cNvSpPr/>
          <p:nvPr/>
        </p:nvSpPr>
        <p:spPr>
          <a:xfrm>
            <a:off x="8201535" y="725870"/>
            <a:ext cx="229934" cy="56814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2" name="Oval 1791">
            <a:extLst>
              <a:ext uri="{FF2B5EF4-FFF2-40B4-BE49-F238E27FC236}">
                <a16:creationId xmlns:a16="http://schemas.microsoft.com/office/drawing/2014/main" id="{2FA15E59-1D53-53A2-4BDF-2B3F6C3D8202}"/>
              </a:ext>
            </a:extLst>
          </p:cNvPr>
          <p:cNvSpPr/>
          <p:nvPr/>
        </p:nvSpPr>
        <p:spPr>
          <a:xfrm>
            <a:off x="8229516" y="874323"/>
            <a:ext cx="182880" cy="274320"/>
          </a:xfrm>
          <a:prstGeom prst="ellipse">
            <a:avLst/>
          </a:prstGeom>
          <a:solidFill>
            <a:schemeClr val="tx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3" name="Oval 1792">
            <a:extLst>
              <a:ext uri="{FF2B5EF4-FFF2-40B4-BE49-F238E27FC236}">
                <a16:creationId xmlns:a16="http://schemas.microsoft.com/office/drawing/2014/main" id="{5EA91473-A50A-CD0C-A98C-200359AF536E}"/>
              </a:ext>
            </a:extLst>
          </p:cNvPr>
          <p:cNvSpPr/>
          <p:nvPr/>
        </p:nvSpPr>
        <p:spPr>
          <a:xfrm>
            <a:off x="8275236" y="918625"/>
            <a:ext cx="91440" cy="182880"/>
          </a:xfrm>
          <a:prstGeom prst="ellipse">
            <a:avLst/>
          </a:prstGeom>
          <a:solidFill>
            <a:schemeClr val="bg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5" name="Oval 1794">
            <a:extLst>
              <a:ext uri="{FF2B5EF4-FFF2-40B4-BE49-F238E27FC236}">
                <a16:creationId xmlns:a16="http://schemas.microsoft.com/office/drawing/2014/main" id="{827D001E-CDAF-EFFD-B05C-ED471E552D4C}"/>
              </a:ext>
            </a:extLst>
          </p:cNvPr>
          <p:cNvSpPr/>
          <p:nvPr/>
        </p:nvSpPr>
        <p:spPr>
          <a:xfrm>
            <a:off x="9118182" y="727413"/>
            <a:ext cx="229934" cy="568140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6" name="Oval 1795">
            <a:extLst>
              <a:ext uri="{FF2B5EF4-FFF2-40B4-BE49-F238E27FC236}">
                <a16:creationId xmlns:a16="http://schemas.microsoft.com/office/drawing/2014/main" id="{DCE95620-86EF-03CE-5593-D61A627CACB2}"/>
              </a:ext>
            </a:extLst>
          </p:cNvPr>
          <p:cNvSpPr/>
          <p:nvPr/>
        </p:nvSpPr>
        <p:spPr>
          <a:xfrm>
            <a:off x="9146163" y="875866"/>
            <a:ext cx="182880" cy="274320"/>
          </a:xfrm>
          <a:prstGeom prst="ellipse">
            <a:avLst/>
          </a:prstGeom>
          <a:solidFill>
            <a:schemeClr val="tx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7" name="Oval 1796">
            <a:extLst>
              <a:ext uri="{FF2B5EF4-FFF2-40B4-BE49-F238E27FC236}">
                <a16:creationId xmlns:a16="http://schemas.microsoft.com/office/drawing/2014/main" id="{360849DB-6675-2B6A-DCA1-968CC6CBD98D}"/>
              </a:ext>
            </a:extLst>
          </p:cNvPr>
          <p:cNvSpPr/>
          <p:nvPr/>
        </p:nvSpPr>
        <p:spPr>
          <a:xfrm>
            <a:off x="9191883" y="920168"/>
            <a:ext cx="91440" cy="182880"/>
          </a:xfrm>
          <a:prstGeom prst="ellipse">
            <a:avLst/>
          </a:prstGeom>
          <a:solidFill>
            <a:schemeClr val="bg1"/>
          </a:solidFill>
          <a:ln w="412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98" name="Picture 1797">
            <a:extLst>
              <a:ext uri="{FF2B5EF4-FFF2-40B4-BE49-F238E27FC236}">
                <a16:creationId xmlns:a16="http://schemas.microsoft.com/office/drawing/2014/main" id="{4EFD1235-65A0-6BF3-8B2A-3939C86B3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84" y="4188287"/>
            <a:ext cx="317766" cy="499347"/>
          </a:xfrm>
          <a:prstGeom prst="rect">
            <a:avLst/>
          </a:prstGeom>
        </p:spPr>
      </p:pic>
      <p:pic>
        <p:nvPicPr>
          <p:cNvPr id="1799" name="Picture 1798">
            <a:extLst>
              <a:ext uri="{FF2B5EF4-FFF2-40B4-BE49-F238E27FC236}">
                <a16:creationId xmlns:a16="http://schemas.microsoft.com/office/drawing/2014/main" id="{377462F9-A320-BEF8-9228-9F6B13ECA6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70" y="4175526"/>
            <a:ext cx="317766" cy="499347"/>
          </a:xfrm>
          <a:prstGeom prst="rect">
            <a:avLst/>
          </a:prstGeom>
        </p:spPr>
      </p:pic>
      <p:pic>
        <p:nvPicPr>
          <p:cNvPr id="1800" name="Picture 1799">
            <a:extLst>
              <a:ext uri="{FF2B5EF4-FFF2-40B4-BE49-F238E27FC236}">
                <a16:creationId xmlns:a16="http://schemas.microsoft.com/office/drawing/2014/main" id="{6345A29B-7256-A3DD-7A0E-C0F7B7B7FA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293" y="4164851"/>
            <a:ext cx="317766" cy="499347"/>
          </a:xfrm>
          <a:prstGeom prst="rect">
            <a:avLst/>
          </a:prstGeom>
        </p:spPr>
      </p:pic>
      <p:pic>
        <p:nvPicPr>
          <p:cNvPr id="1801" name="Picture 1800">
            <a:extLst>
              <a:ext uri="{FF2B5EF4-FFF2-40B4-BE49-F238E27FC236}">
                <a16:creationId xmlns:a16="http://schemas.microsoft.com/office/drawing/2014/main" id="{3B1B8326-946C-C5B2-F9F6-515C42E8DB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616" y="4161922"/>
            <a:ext cx="317766" cy="499347"/>
          </a:xfrm>
          <a:prstGeom prst="rect">
            <a:avLst/>
          </a:prstGeom>
        </p:spPr>
      </p:pic>
      <p:pic>
        <p:nvPicPr>
          <p:cNvPr id="1802" name="Picture 1801">
            <a:extLst>
              <a:ext uri="{FF2B5EF4-FFF2-40B4-BE49-F238E27FC236}">
                <a16:creationId xmlns:a16="http://schemas.microsoft.com/office/drawing/2014/main" id="{2EB3AB54-1D09-7510-5AB7-10DA7D7D76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158" y="4164070"/>
            <a:ext cx="317766" cy="499347"/>
          </a:xfrm>
          <a:prstGeom prst="rect">
            <a:avLst/>
          </a:prstGeom>
        </p:spPr>
      </p:pic>
      <p:pic>
        <p:nvPicPr>
          <p:cNvPr id="1803" name="Picture 1802">
            <a:extLst>
              <a:ext uri="{FF2B5EF4-FFF2-40B4-BE49-F238E27FC236}">
                <a16:creationId xmlns:a16="http://schemas.microsoft.com/office/drawing/2014/main" id="{949A18CD-DC21-610F-C877-F95C213155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844" y="4151309"/>
            <a:ext cx="317766" cy="499347"/>
          </a:xfrm>
          <a:prstGeom prst="rect">
            <a:avLst/>
          </a:prstGeom>
        </p:spPr>
      </p:pic>
      <p:pic>
        <p:nvPicPr>
          <p:cNvPr id="1805" name="Picture 1804">
            <a:extLst>
              <a:ext uri="{FF2B5EF4-FFF2-40B4-BE49-F238E27FC236}">
                <a16:creationId xmlns:a16="http://schemas.microsoft.com/office/drawing/2014/main" id="{C8A87B21-67CF-08AF-C792-CCB44C16FE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10" y="4805750"/>
            <a:ext cx="317766" cy="499347"/>
          </a:xfrm>
          <a:prstGeom prst="rect">
            <a:avLst/>
          </a:prstGeom>
        </p:spPr>
      </p:pic>
      <p:pic>
        <p:nvPicPr>
          <p:cNvPr id="1806" name="Picture 1805">
            <a:extLst>
              <a:ext uri="{FF2B5EF4-FFF2-40B4-BE49-F238E27FC236}">
                <a16:creationId xmlns:a16="http://schemas.microsoft.com/office/drawing/2014/main" id="{2E369CC2-1518-DDE8-8102-E9BC4407DC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652" y="4807898"/>
            <a:ext cx="317766" cy="499347"/>
          </a:xfrm>
          <a:prstGeom prst="rect">
            <a:avLst/>
          </a:prstGeom>
        </p:spPr>
      </p:pic>
      <p:pic>
        <p:nvPicPr>
          <p:cNvPr id="1807" name="Picture 1806">
            <a:extLst>
              <a:ext uri="{FF2B5EF4-FFF2-40B4-BE49-F238E27FC236}">
                <a16:creationId xmlns:a16="http://schemas.microsoft.com/office/drawing/2014/main" id="{58EEA759-AC39-A0DD-73E7-EABDA71312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338" y="4795137"/>
            <a:ext cx="317766" cy="499347"/>
          </a:xfrm>
          <a:prstGeom prst="rect">
            <a:avLst/>
          </a:prstGeom>
        </p:spPr>
      </p:pic>
      <p:pic>
        <p:nvPicPr>
          <p:cNvPr id="1808" name="Picture 1807">
            <a:extLst>
              <a:ext uri="{FF2B5EF4-FFF2-40B4-BE49-F238E27FC236}">
                <a16:creationId xmlns:a16="http://schemas.microsoft.com/office/drawing/2014/main" id="{A3CA88C4-8379-3F18-CEF7-834D58C552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561" y="4784462"/>
            <a:ext cx="317766" cy="499347"/>
          </a:xfrm>
          <a:prstGeom prst="rect">
            <a:avLst/>
          </a:prstGeom>
        </p:spPr>
      </p:pic>
      <p:pic>
        <p:nvPicPr>
          <p:cNvPr id="1809" name="Picture 1808">
            <a:extLst>
              <a:ext uri="{FF2B5EF4-FFF2-40B4-BE49-F238E27FC236}">
                <a16:creationId xmlns:a16="http://schemas.microsoft.com/office/drawing/2014/main" id="{4D346155-3F1E-74E5-71B2-6A6091C37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884" y="4781533"/>
            <a:ext cx="317766" cy="499347"/>
          </a:xfrm>
          <a:prstGeom prst="rect">
            <a:avLst/>
          </a:prstGeom>
        </p:spPr>
      </p:pic>
      <p:pic>
        <p:nvPicPr>
          <p:cNvPr id="1810" name="Picture 1809">
            <a:extLst>
              <a:ext uri="{FF2B5EF4-FFF2-40B4-BE49-F238E27FC236}">
                <a16:creationId xmlns:a16="http://schemas.microsoft.com/office/drawing/2014/main" id="{47DD63CC-48CE-8860-4ED2-4319F5F56B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426" y="4783681"/>
            <a:ext cx="317766" cy="499347"/>
          </a:xfrm>
          <a:prstGeom prst="rect">
            <a:avLst/>
          </a:prstGeom>
        </p:spPr>
      </p:pic>
      <p:pic>
        <p:nvPicPr>
          <p:cNvPr id="1811" name="Picture 1810">
            <a:extLst>
              <a:ext uri="{FF2B5EF4-FFF2-40B4-BE49-F238E27FC236}">
                <a16:creationId xmlns:a16="http://schemas.microsoft.com/office/drawing/2014/main" id="{07310714-CEB2-B9CD-4437-DA320FA2D4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112" y="4770920"/>
            <a:ext cx="317766" cy="499347"/>
          </a:xfrm>
          <a:prstGeom prst="rect">
            <a:avLst/>
          </a:prstGeom>
        </p:spPr>
      </p:pic>
      <p:pic>
        <p:nvPicPr>
          <p:cNvPr id="1812" name="Picture 1811">
            <a:extLst>
              <a:ext uri="{FF2B5EF4-FFF2-40B4-BE49-F238E27FC236}">
                <a16:creationId xmlns:a16="http://schemas.microsoft.com/office/drawing/2014/main" id="{D60D85E4-1F1F-7E22-3B70-F54DAD1E83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335" y="4770919"/>
            <a:ext cx="317766" cy="499347"/>
          </a:xfrm>
          <a:prstGeom prst="rect">
            <a:avLst/>
          </a:prstGeom>
        </p:spPr>
      </p:pic>
      <p:pic>
        <p:nvPicPr>
          <p:cNvPr id="1813" name="Picture 1812">
            <a:extLst>
              <a:ext uri="{FF2B5EF4-FFF2-40B4-BE49-F238E27FC236}">
                <a16:creationId xmlns:a16="http://schemas.microsoft.com/office/drawing/2014/main" id="{8BA51C45-8537-B80E-4180-ADE319A2E2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524" y="4119962"/>
            <a:ext cx="317766" cy="499347"/>
          </a:xfrm>
          <a:prstGeom prst="rect">
            <a:avLst/>
          </a:prstGeom>
        </p:spPr>
      </p:pic>
      <p:pic>
        <p:nvPicPr>
          <p:cNvPr id="1814" name="Picture 1813">
            <a:extLst>
              <a:ext uri="{FF2B5EF4-FFF2-40B4-BE49-F238E27FC236}">
                <a16:creationId xmlns:a16="http://schemas.microsoft.com/office/drawing/2014/main" id="{BEB7C07F-19D0-6DA7-1ED1-2596C8FAAE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66" y="4122110"/>
            <a:ext cx="317766" cy="499347"/>
          </a:xfrm>
          <a:prstGeom prst="rect">
            <a:avLst/>
          </a:prstGeom>
        </p:spPr>
      </p:pic>
      <p:pic>
        <p:nvPicPr>
          <p:cNvPr id="1815" name="Picture 1814">
            <a:extLst>
              <a:ext uri="{FF2B5EF4-FFF2-40B4-BE49-F238E27FC236}">
                <a16:creationId xmlns:a16="http://schemas.microsoft.com/office/drawing/2014/main" id="{8E289133-0267-AE97-EDDE-E34197D190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752" y="4109349"/>
            <a:ext cx="317766" cy="499347"/>
          </a:xfrm>
          <a:prstGeom prst="rect">
            <a:avLst/>
          </a:prstGeom>
        </p:spPr>
      </p:pic>
      <p:pic>
        <p:nvPicPr>
          <p:cNvPr id="1816" name="Picture 1815">
            <a:extLst>
              <a:ext uri="{FF2B5EF4-FFF2-40B4-BE49-F238E27FC236}">
                <a16:creationId xmlns:a16="http://schemas.microsoft.com/office/drawing/2014/main" id="{4D3FAB70-6AAD-135A-72D5-7CA9446C6D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975" y="4098674"/>
            <a:ext cx="317766" cy="499347"/>
          </a:xfrm>
          <a:prstGeom prst="rect">
            <a:avLst/>
          </a:prstGeom>
        </p:spPr>
      </p:pic>
      <p:pic>
        <p:nvPicPr>
          <p:cNvPr id="1817" name="Picture 1816">
            <a:extLst>
              <a:ext uri="{FF2B5EF4-FFF2-40B4-BE49-F238E27FC236}">
                <a16:creationId xmlns:a16="http://schemas.microsoft.com/office/drawing/2014/main" id="{3A0697E9-467A-82AD-00D4-45FA871CD7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298" y="4095745"/>
            <a:ext cx="317766" cy="499347"/>
          </a:xfrm>
          <a:prstGeom prst="rect">
            <a:avLst/>
          </a:prstGeom>
        </p:spPr>
      </p:pic>
      <p:pic>
        <p:nvPicPr>
          <p:cNvPr id="1818" name="Picture 1817">
            <a:extLst>
              <a:ext uri="{FF2B5EF4-FFF2-40B4-BE49-F238E27FC236}">
                <a16:creationId xmlns:a16="http://schemas.microsoft.com/office/drawing/2014/main" id="{CA339A03-807F-CC4F-6510-999E7EC568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840" y="4097893"/>
            <a:ext cx="317766" cy="499347"/>
          </a:xfrm>
          <a:prstGeom prst="rect">
            <a:avLst/>
          </a:prstGeom>
        </p:spPr>
      </p:pic>
      <p:pic>
        <p:nvPicPr>
          <p:cNvPr id="1819" name="Picture 1818">
            <a:extLst>
              <a:ext uri="{FF2B5EF4-FFF2-40B4-BE49-F238E27FC236}">
                <a16:creationId xmlns:a16="http://schemas.microsoft.com/office/drawing/2014/main" id="{E9EFAEEE-4D8C-8409-3C4A-78B3E63349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526" y="4085132"/>
            <a:ext cx="317766" cy="499347"/>
          </a:xfrm>
          <a:prstGeom prst="rect">
            <a:avLst/>
          </a:prstGeom>
        </p:spPr>
      </p:pic>
      <p:pic>
        <p:nvPicPr>
          <p:cNvPr id="1820" name="Picture 1819">
            <a:extLst>
              <a:ext uri="{FF2B5EF4-FFF2-40B4-BE49-F238E27FC236}">
                <a16:creationId xmlns:a16="http://schemas.microsoft.com/office/drawing/2014/main" id="{BF17113D-62E0-8E45-7F28-445651CC6E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749" y="4085131"/>
            <a:ext cx="317766" cy="499347"/>
          </a:xfrm>
          <a:prstGeom prst="rect">
            <a:avLst/>
          </a:prstGeom>
        </p:spPr>
      </p:pic>
      <p:pic>
        <p:nvPicPr>
          <p:cNvPr id="1825" name="Picture 1824">
            <a:extLst>
              <a:ext uri="{FF2B5EF4-FFF2-40B4-BE49-F238E27FC236}">
                <a16:creationId xmlns:a16="http://schemas.microsoft.com/office/drawing/2014/main" id="{498E3987-DF34-CE55-86BB-DD94CC70D1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566" y="4715356"/>
            <a:ext cx="317766" cy="499347"/>
          </a:xfrm>
          <a:prstGeom prst="rect">
            <a:avLst/>
          </a:prstGeom>
        </p:spPr>
      </p:pic>
      <p:pic>
        <p:nvPicPr>
          <p:cNvPr id="1826" name="Picture 1825">
            <a:extLst>
              <a:ext uri="{FF2B5EF4-FFF2-40B4-BE49-F238E27FC236}">
                <a16:creationId xmlns:a16="http://schemas.microsoft.com/office/drawing/2014/main" id="{B327FE39-9AB2-597F-4475-867DF39819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108" y="4717504"/>
            <a:ext cx="317766" cy="499347"/>
          </a:xfrm>
          <a:prstGeom prst="rect">
            <a:avLst/>
          </a:prstGeom>
        </p:spPr>
      </p:pic>
      <p:pic>
        <p:nvPicPr>
          <p:cNvPr id="1827" name="Picture 1826">
            <a:extLst>
              <a:ext uri="{FF2B5EF4-FFF2-40B4-BE49-F238E27FC236}">
                <a16:creationId xmlns:a16="http://schemas.microsoft.com/office/drawing/2014/main" id="{0C31A14C-DD65-D45A-3879-CAC3C1FB68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94" y="4704743"/>
            <a:ext cx="317766" cy="499347"/>
          </a:xfrm>
          <a:prstGeom prst="rect">
            <a:avLst/>
          </a:prstGeom>
        </p:spPr>
      </p:pic>
      <p:pic>
        <p:nvPicPr>
          <p:cNvPr id="1828" name="Picture 1827">
            <a:extLst>
              <a:ext uri="{FF2B5EF4-FFF2-40B4-BE49-F238E27FC236}">
                <a16:creationId xmlns:a16="http://schemas.microsoft.com/office/drawing/2014/main" id="{2E7EEA92-2F4A-5A64-3E48-F516DAFA40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017" y="4704742"/>
            <a:ext cx="317766" cy="499347"/>
          </a:xfrm>
          <a:prstGeom prst="rect">
            <a:avLst/>
          </a:prstGeom>
        </p:spPr>
      </p:pic>
      <p:cxnSp>
        <p:nvCxnSpPr>
          <p:cNvPr id="1833" name="Connector: Elbow 1832">
            <a:extLst>
              <a:ext uri="{FF2B5EF4-FFF2-40B4-BE49-F238E27FC236}">
                <a16:creationId xmlns:a16="http://schemas.microsoft.com/office/drawing/2014/main" id="{8962E887-4D95-ECC1-4279-3F9408CAAF8F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08389" y="2284949"/>
            <a:ext cx="210018" cy="196631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Straight Connector 1834">
            <a:extLst>
              <a:ext uri="{FF2B5EF4-FFF2-40B4-BE49-F238E27FC236}">
                <a16:creationId xmlns:a16="http://schemas.microsoft.com/office/drawing/2014/main" id="{394FECE2-E1D4-3D62-5BAA-8B34FCC4AE31}"/>
              </a:ext>
            </a:extLst>
          </p:cNvPr>
          <p:cNvCxnSpPr>
            <a:cxnSpLocks/>
          </p:cNvCxnSpPr>
          <p:nvPr/>
        </p:nvCxnSpPr>
        <p:spPr>
          <a:xfrm flipV="1">
            <a:off x="290681" y="174625"/>
            <a:ext cx="11745744" cy="5400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9" name="Straight Connector 1838">
            <a:extLst>
              <a:ext uri="{FF2B5EF4-FFF2-40B4-BE49-F238E27FC236}">
                <a16:creationId xmlns:a16="http://schemas.microsoft.com/office/drawing/2014/main" id="{D6AFA4F2-6509-554B-F6E7-685A957AAD5A}"/>
              </a:ext>
            </a:extLst>
          </p:cNvPr>
          <p:cNvCxnSpPr>
            <a:cxnSpLocks/>
          </p:cNvCxnSpPr>
          <p:nvPr/>
        </p:nvCxnSpPr>
        <p:spPr>
          <a:xfrm>
            <a:off x="12036743" y="155390"/>
            <a:ext cx="32858" cy="469926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1" name="Connector: Elbow 1840">
            <a:extLst>
              <a:ext uri="{FF2B5EF4-FFF2-40B4-BE49-F238E27FC236}">
                <a16:creationId xmlns:a16="http://schemas.microsoft.com/office/drawing/2014/main" id="{65247DD9-4AD9-9D1E-0971-830282798E0A}"/>
              </a:ext>
            </a:extLst>
          </p:cNvPr>
          <p:cNvCxnSpPr>
            <a:cxnSpLocks/>
            <a:endCxn id="1075" idx="2"/>
          </p:cNvCxnSpPr>
          <p:nvPr/>
        </p:nvCxnSpPr>
        <p:spPr>
          <a:xfrm rot="10800000" flipV="1">
            <a:off x="11624203" y="4834507"/>
            <a:ext cx="456867" cy="237134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" name="Connector: Elbow 1843">
            <a:extLst>
              <a:ext uri="{FF2B5EF4-FFF2-40B4-BE49-F238E27FC236}">
                <a16:creationId xmlns:a16="http://schemas.microsoft.com/office/drawing/2014/main" id="{61CE577F-CF13-5426-DBED-FF3C71ED8915}"/>
              </a:ext>
            </a:extLst>
          </p:cNvPr>
          <p:cNvCxnSpPr>
            <a:cxnSpLocks/>
            <a:endCxn id="990" idx="2"/>
          </p:cNvCxnSpPr>
          <p:nvPr/>
        </p:nvCxnSpPr>
        <p:spPr>
          <a:xfrm rot="10800000" flipV="1">
            <a:off x="10730457" y="4831243"/>
            <a:ext cx="927326" cy="241223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7" name="Connector: Elbow 1846">
            <a:extLst>
              <a:ext uri="{FF2B5EF4-FFF2-40B4-BE49-F238E27FC236}">
                <a16:creationId xmlns:a16="http://schemas.microsoft.com/office/drawing/2014/main" id="{D147D87D-2958-4211-6B11-2DE0A241B04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13451" y="2630569"/>
            <a:ext cx="456867" cy="237134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8" name="Connector: Elbow 1847">
            <a:extLst>
              <a:ext uri="{FF2B5EF4-FFF2-40B4-BE49-F238E27FC236}">
                <a16:creationId xmlns:a16="http://schemas.microsoft.com/office/drawing/2014/main" id="{BEC76C2A-6259-E42A-D796-C640EE8E77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719705" y="2627305"/>
            <a:ext cx="927326" cy="241223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1" name="Connector: Elbow 1850">
            <a:extLst>
              <a:ext uri="{FF2B5EF4-FFF2-40B4-BE49-F238E27FC236}">
                <a16:creationId xmlns:a16="http://schemas.microsoft.com/office/drawing/2014/main" id="{F3FE5A64-6D59-A067-4FB8-29C005FAF3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566976" y="396929"/>
            <a:ext cx="456867" cy="237134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2" name="Connector: Elbow 1851">
            <a:extLst>
              <a:ext uri="{FF2B5EF4-FFF2-40B4-BE49-F238E27FC236}">
                <a16:creationId xmlns:a16="http://schemas.microsoft.com/office/drawing/2014/main" id="{FF2585DB-8DC6-C741-13DC-CEB31A8011B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673230" y="393665"/>
            <a:ext cx="927326" cy="241223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8" name="Connector: Elbow 1857">
            <a:extLst>
              <a:ext uri="{FF2B5EF4-FFF2-40B4-BE49-F238E27FC236}">
                <a16:creationId xmlns:a16="http://schemas.microsoft.com/office/drawing/2014/main" id="{033A9771-02F1-954A-00F8-0A8DCEAF6F1F}"/>
              </a:ext>
            </a:extLst>
          </p:cNvPr>
          <p:cNvCxnSpPr>
            <a:cxnSpLocks/>
            <a:stCxn id="133" idx="0"/>
            <a:endCxn id="30" idx="2"/>
          </p:cNvCxnSpPr>
          <p:nvPr/>
        </p:nvCxnSpPr>
        <p:spPr>
          <a:xfrm rot="16200000" flipH="1" flipV="1">
            <a:off x="1116515" y="707359"/>
            <a:ext cx="124085" cy="809630"/>
          </a:xfrm>
          <a:prstGeom prst="bentConnector3">
            <a:avLst>
              <a:gd name="adj1" fmla="val -184229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9" name="Connector: Elbow 1858">
            <a:extLst>
              <a:ext uri="{FF2B5EF4-FFF2-40B4-BE49-F238E27FC236}">
                <a16:creationId xmlns:a16="http://schemas.microsoft.com/office/drawing/2014/main" id="{8CEE6C06-E9A4-02FD-9DD0-1F5CE00384C2}"/>
              </a:ext>
            </a:extLst>
          </p:cNvPr>
          <p:cNvCxnSpPr>
            <a:cxnSpLocks/>
            <a:stCxn id="134" idx="0"/>
          </p:cNvCxnSpPr>
          <p:nvPr/>
        </p:nvCxnSpPr>
        <p:spPr>
          <a:xfrm rot="5400000" flipH="1" flipV="1">
            <a:off x="3750121" y="-1330039"/>
            <a:ext cx="281458" cy="4475708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6" name="Connector: Elbow 1865">
            <a:extLst>
              <a:ext uri="{FF2B5EF4-FFF2-40B4-BE49-F238E27FC236}">
                <a16:creationId xmlns:a16="http://schemas.microsoft.com/office/drawing/2014/main" id="{17B31160-8D54-2DBD-B6DC-F89F45B7429C}"/>
              </a:ext>
            </a:extLst>
          </p:cNvPr>
          <p:cNvCxnSpPr>
            <a:cxnSpLocks/>
          </p:cNvCxnSpPr>
          <p:nvPr/>
        </p:nvCxnSpPr>
        <p:spPr>
          <a:xfrm flipV="1">
            <a:off x="6103121" y="512559"/>
            <a:ext cx="1256137" cy="266600"/>
          </a:xfrm>
          <a:prstGeom prst="bentConnector3">
            <a:avLst>
              <a:gd name="adj1" fmla="val 551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1" name="Connector: Elbow 1870">
            <a:extLst>
              <a:ext uri="{FF2B5EF4-FFF2-40B4-BE49-F238E27FC236}">
                <a16:creationId xmlns:a16="http://schemas.microsoft.com/office/drawing/2014/main" id="{64CC0488-A5C1-9060-0B90-837121C7FCC6}"/>
              </a:ext>
            </a:extLst>
          </p:cNvPr>
          <p:cNvCxnSpPr>
            <a:cxnSpLocks/>
            <a:endCxn id="1784" idx="2"/>
          </p:cNvCxnSpPr>
          <p:nvPr/>
        </p:nvCxnSpPr>
        <p:spPr>
          <a:xfrm>
            <a:off x="7305661" y="512559"/>
            <a:ext cx="728534" cy="57222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7" name="Connector: Elbow 1876">
            <a:extLst>
              <a:ext uri="{FF2B5EF4-FFF2-40B4-BE49-F238E27FC236}">
                <a16:creationId xmlns:a16="http://schemas.microsoft.com/office/drawing/2014/main" id="{FD51E67C-FA40-1C23-80C4-74DABED4ED4A}"/>
              </a:ext>
            </a:extLst>
          </p:cNvPr>
          <p:cNvCxnSpPr>
            <a:cxnSpLocks/>
            <a:stCxn id="1784" idx="4"/>
            <a:endCxn id="1770" idx="4"/>
          </p:cNvCxnSpPr>
          <p:nvPr/>
        </p:nvCxnSpPr>
        <p:spPr>
          <a:xfrm rot="5400000" flipH="1" flipV="1">
            <a:off x="8507886" y="651265"/>
            <a:ext cx="5542" cy="907205"/>
          </a:xfrm>
          <a:prstGeom prst="bentConnector3">
            <a:avLst>
              <a:gd name="adj1" fmla="val -5485529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2" name="Connector: Elbow 1881">
            <a:extLst>
              <a:ext uri="{FF2B5EF4-FFF2-40B4-BE49-F238E27FC236}">
                <a16:creationId xmlns:a16="http://schemas.microsoft.com/office/drawing/2014/main" id="{3EC56C4C-E5BE-6374-B032-907CCD962807}"/>
              </a:ext>
            </a:extLst>
          </p:cNvPr>
          <p:cNvCxnSpPr>
            <a:cxnSpLocks/>
            <a:stCxn id="135" idx="0"/>
          </p:cNvCxnSpPr>
          <p:nvPr/>
        </p:nvCxnSpPr>
        <p:spPr>
          <a:xfrm rot="5400000" flipH="1" flipV="1">
            <a:off x="3841281" y="-1227136"/>
            <a:ext cx="165356" cy="439203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1" name="Connector: Elbow 1890">
            <a:extLst>
              <a:ext uri="{FF2B5EF4-FFF2-40B4-BE49-F238E27FC236}">
                <a16:creationId xmlns:a16="http://schemas.microsoft.com/office/drawing/2014/main" id="{A2FCC902-690C-A6E9-4E60-2744D6F14BF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05154" y="-1125100"/>
            <a:ext cx="162664" cy="4466980"/>
          </a:xfrm>
          <a:prstGeom prst="bentConnector4">
            <a:avLst>
              <a:gd name="adj1" fmla="val -140535"/>
              <a:gd name="adj2" fmla="val 50256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7" name="Connector: Elbow 1896">
            <a:extLst>
              <a:ext uri="{FF2B5EF4-FFF2-40B4-BE49-F238E27FC236}">
                <a16:creationId xmlns:a16="http://schemas.microsoft.com/office/drawing/2014/main" id="{AACB87C0-BEEF-0704-0903-B747A3781361}"/>
              </a:ext>
            </a:extLst>
          </p:cNvPr>
          <p:cNvCxnSpPr>
            <a:cxnSpLocks/>
            <a:stCxn id="138" idx="2"/>
          </p:cNvCxnSpPr>
          <p:nvPr/>
        </p:nvCxnSpPr>
        <p:spPr>
          <a:xfrm rot="5400000" flipH="1" flipV="1">
            <a:off x="3907442" y="-1035998"/>
            <a:ext cx="24898" cy="4383899"/>
          </a:xfrm>
          <a:prstGeom prst="bentConnector4">
            <a:avLst>
              <a:gd name="adj1" fmla="val -1407832"/>
              <a:gd name="adj2" fmla="val 51652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3" name="Right Bracket 1912">
            <a:extLst>
              <a:ext uri="{FF2B5EF4-FFF2-40B4-BE49-F238E27FC236}">
                <a16:creationId xmlns:a16="http://schemas.microsoft.com/office/drawing/2014/main" id="{52CA8FB5-3308-C927-FE2F-F68983B57004}"/>
              </a:ext>
            </a:extLst>
          </p:cNvPr>
          <p:cNvSpPr/>
          <p:nvPr/>
        </p:nvSpPr>
        <p:spPr>
          <a:xfrm>
            <a:off x="6956271" y="1253727"/>
            <a:ext cx="45719" cy="153438"/>
          </a:xfrm>
          <a:prstGeom prst="righ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4" name="TextBox 1913">
            <a:extLst>
              <a:ext uri="{FF2B5EF4-FFF2-40B4-BE49-F238E27FC236}">
                <a16:creationId xmlns:a16="http://schemas.microsoft.com/office/drawing/2014/main" id="{DD878F5D-CFEA-6388-D0AA-BFA318C2DC14}"/>
              </a:ext>
            </a:extLst>
          </p:cNvPr>
          <p:cNvSpPr txBox="1"/>
          <p:nvPr/>
        </p:nvSpPr>
        <p:spPr>
          <a:xfrm>
            <a:off x="6944215" y="1241002"/>
            <a:ext cx="38779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" b="1" dirty="0">
                <a:latin typeface="Agency FB" panose="020B0503020202020204" pitchFamily="34" charset="0"/>
              </a:rPr>
              <a:t>Sc5- </a:t>
            </a:r>
            <a:r>
              <a:rPr lang="en-US" sz="300" b="1" dirty="0" err="1">
                <a:latin typeface="Agency FB" panose="020B0503020202020204" pitchFamily="34" charset="0"/>
              </a:rPr>
              <a:t>oled</a:t>
            </a:r>
            <a:r>
              <a:rPr lang="en-US" sz="300" b="1" dirty="0">
                <a:latin typeface="Agency FB" panose="020B0503020202020204" pitchFamily="34" charset="0"/>
              </a:rPr>
              <a:t> </a:t>
            </a:r>
            <a:r>
              <a:rPr lang="en-US" sz="300" b="1" dirty="0" err="1">
                <a:latin typeface="Agency FB" panose="020B0503020202020204" pitchFamily="34" charset="0"/>
              </a:rPr>
              <a:t>scl</a:t>
            </a:r>
            <a:endParaRPr lang="en-US" sz="300" b="1" dirty="0">
              <a:latin typeface="Agency FB" panose="020B0503020202020204" pitchFamily="34" charset="0"/>
            </a:endParaRPr>
          </a:p>
          <a:p>
            <a:r>
              <a:rPr lang="en-US" sz="300" b="1" dirty="0">
                <a:latin typeface="Agency FB" panose="020B0503020202020204" pitchFamily="34" charset="0"/>
              </a:rPr>
              <a:t>Sd5- </a:t>
            </a:r>
            <a:r>
              <a:rPr lang="en-US" sz="300" b="1" dirty="0" err="1">
                <a:latin typeface="Agency FB" panose="020B0503020202020204" pitchFamily="34" charset="0"/>
              </a:rPr>
              <a:t>oled</a:t>
            </a:r>
            <a:r>
              <a:rPr lang="en-US" sz="300" b="1" dirty="0">
                <a:latin typeface="Agency FB" panose="020B0503020202020204" pitchFamily="34" charset="0"/>
              </a:rPr>
              <a:t> </a:t>
            </a:r>
            <a:r>
              <a:rPr lang="en-US" sz="300" b="1" dirty="0" err="1">
                <a:latin typeface="Agency FB" panose="020B0503020202020204" pitchFamily="34" charset="0"/>
              </a:rPr>
              <a:t>sda</a:t>
            </a:r>
            <a:endParaRPr lang="en-US" sz="300" dirty="0"/>
          </a:p>
        </p:txBody>
      </p:sp>
      <p:sp>
        <p:nvSpPr>
          <p:cNvPr id="1916" name="Right Bracket 1915">
            <a:extLst>
              <a:ext uri="{FF2B5EF4-FFF2-40B4-BE49-F238E27FC236}">
                <a16:creationId xmlns:a16="http://schemas.microsoft.com/office/drawing/2014/main" id="{50AB0F3E-631E-C5B9-1479-43E4F2F59A57}"/>
              </a:ext>
            </a:extLst>
          </p:cNvPr>
          <p:cNvSpPr/>
          <p:nvPr/>
        </p:nvSpPr>
        <p:spPr>
          <a:xfrm>
            <a:off x="6959463" y="991727"/>
            <a:ext cx="45719" cy="153438"/>
          </a:xfrm>
          <a:prstGeom prst="righ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7" name="TextBox 1916">
            <a:extLst>
              <a:ext uri="{FF2B5EF4-FFF2-40B4-BE49-F238E27FC236}">
                <a16:creationId xmlns:a16="http://schemas.microsoft.com/office/drawing/2014/main" id="{C8FDB70A-301A-BD92-7975-38B7D0F6928B}"/>
              </a:ext>
            </a:extLst>
          </p:cNvPr>
          <p:cNvSpPr txBox="1"/>
          <p:nvPr/>
        </p:nvSpPr>
        <p:spPr>
          <a:xfrm>
            <a:off x="6944214" y="979002"/>
            <a:ext cx="39098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" b="1" dirty="0">
                <a:latin typeface="Agency FB" panose="020B0503020202020204" pitchFamily="34" charset="0"/>
              </a:rPr>
              <a:t>Sc5- PCA2 </a:t>
            </a:r>
            <a:r>
              <a:rPr lang="en-US" sz="300" b="1" dirty="0" err="1">
                <a:latin typeface="Agency FB" panose="020B0503020202020204" pitchFamily="34" charset="0"/>
              </a:rPr>
              <a:t>scl</a:t>
            </a:r>
            <a:endParaRPr lang="en-US" sz="300" b="1" dirty="0">
              <a:latin typeface="Agency FB" panose="020B0503020202020204" pitchFamily="34" charset="0"/>
            </a:endParaRPr>
          </a:p>
          <a:p>
            <a:r>
              <a:rPr lang="en-US" sz="300" b="1" dirty="0">
                <a:latin typeface="Agency FB" panose="020B0503020202020204" pitchFamily="34" charset="0"/>
              </a:rPr>
              <a:t>Sd5- PCA2 </a:t>
            </a:r>
            <a:r>
              <a:rPr lang="en-US" sz="300" b="1" dirty="0" err="1">
                <a:latin typeface="Agency FB" panose="020B0503020202020204" pitchFamily="34" charset="0"/>
              </a:rPr>
              <a:t>sda</a:t>
            </a:r>
            <a:endParaRPr lang="en-US" sz="300" dirty="0"/>
          </a:p>
        </p:txBody>
      </p:sp>
      <p:sp>
        <p:nvSpPr>
          <p:cNvPr id="1918" name="Right Bracket 1917">
            <a:extLst>
              <a:ext uri="{FF2B5EF4-FFF2-40B4-BE49-F238E27FC236}">
                <a16:creationId xmlns:a16="http://schemas.microsoft.com/office/drawing/2014/main" id="{164B42E0-4133-4DF0-9835-ACC7EE66B86A}"/>
              </a:ext>
            </a:extLst>
          </p:cNvPr>
          <p:cNvSpPr/>
          <p:nvPr/>
        </p:nvSpPr>
        <p:spPr>
          <a:xfrm flipH="1">
            <a:off x="5993932" y="1734745"/>
            <a:ext cx="45719" cy="153438"/>
          </a:xfrm>
          <a:prstGeom prst="righ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9" name="TextBox 1918">
            <a:extLst>
              <a:ext uri="{FF2B5EF4-FFF2-40B4-BE49-F238E27FC236}">
                <a16:creationId xmlns:a16="http://schemas.microsoft.com/office/drawing/2014/main" id="{5F20327D-2F41-6333-343C-F851C5FF99D2}"/>
              </a:ext>
            </a:extLst>
          </p:cNvPr>
          <p:cNvSpPr txBox="1"/>
          <p:nvPr/>
        </p:nvSpPr>
        <p:spPr>
          <a:xfrm>
            <a:off x="5678843" y="1712194"/>
            <a:ext cx="4160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" b="1" dirty="0">
                <a:latin typeface="Agency FB" panose="020B0503020202020204" pitchFamily="34" charset="0"/>
              </a:rPr>
              <a:t>Sc5- PCA1 </a:t>
            </a:r>
            <a:r>
              <a:rPr lang="en-US" sz="300" b="1" dirty="0" err="1">
                <a:latin typeface="Agency FB" panose="020B0503020202020204" pitchFamily="34" charset="0"/>
              </a:rPr>
              <a:t>scl</a:t>
            </a:r>
            <a:endParaRPr lang="en-US" sz="300" b="1" dirty="0">
              <a:latin typeface="Agency FB" panose="020B0503020202020204" pitchFamily="34" charset="0"/>
            </a:endParaRPr>
          </a:p>
          <a:p>
            <a:r>
              <a:rPr lang="en-US" sz="300" b="1" dirty="0">
                <a:latin typeface="Agency FB" panose="020B0503020202020204" pitchFamily="34" charset="0"/>
              </a:rPr>
              <a:t>Sd5- PCA1 </a:t>
            </a:r>
            <a:r>
              <a:rPr lang="en-US" sz="300" b="1" dirty="0" err="1">
                <a:latin typeface="Agency FB" panose="020B0503020202020204" pitchFamily="34" charset="0"/>
              </a:rPr>
              <a:t>sda</a:t>
            </a:r>
            <a:endParaRPr lang="en-US" sz="300" dirty="0"/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9E789B0A-D707-EDC8-B067-CCF90009BD30}"/>
              </a:ext>
            </a:extLst>
          </p:cNvPr>
          <p:cNvSpPr txBox="1"/>
          <p:nvPr/>
        </p:nvSpPr>
        <p:spPr>
          <a:xfrm>
            <a:off x="961509" y="822050"/>
            <a:ext cx="43922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" b="1" dirty="0">
                <a:latin typeface="Agency FB" panose="020B0503020202020204" pitchFamily="34" charset="0"/>
              </a:rPr>
              <a:t>Out(-) –&gt; Raspberry pi GND</a:t>
            </a:r>
            <a:endParaRPr lang="en-US" sz="300" dirty="0"/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14C1409C-A2F1-0EC1-B9AA-3092DDAB9645}"/>
              </a:ext>
            </a:extLst>
          </p:cNvPr>
          <p:cNvSpPr txBox="1"/>
          <p:nvPr/>
        </p:nvSpPr>
        <p:spPr>
          <a:xfrm>
            <a:off x="7981583" y="381834"/>
            <a:ext cx="39194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" b="1" dirty="0">
                <a:latin typeface="Agency FB" panose="020B0503020202020204" pitchFamily="34" charset="0"/>
              </a:rPr>
              <a:t>OLED GND -&gt; Mpu9250 GND</a:t>
            </a:r>
            <a:endParaRPr lang="en-US" sz="300" dirty="0"/>
          </a:p>
        </p:txBody>
      </p:sp>
      <p:cxnSp>
        <p:nvCxnSpPr>
          <p:cNvPr id="1928" name="Connector: Elbow 1927">
            <a:extLst>
              <a:ext uri="{FF2B5EF4-FFF2-40B4-BE49-F238E27FC236}">
                <a16:creationId xmlns:a16="http://schemas.microsoft.com/office/drawing/2014/main" id="{B9DF5D7F-D9D8-7F69-F1CE-3B2381CEB62F}"/>
              </a:ext>
            </a:extLst>
          </p:cNvPr>
          <p:cNvCxnSpPr>
            <a:cxnSpLocks/>
            <a:stCxn id="1783" idx="2"/>
            <a:endCxn id="1926" idx="1"/>
          </p:cNvCxnSpPr>
          <p:nvPr/>
        </p:nvCxnSpPr>
        <p:spPr>
          <a:xfrm rot="10800000">
            <a:off x="7981583" y="474167"/>
            <a:ext cx="52612" cy="559150"/>
          </a:xfrm>
          <a:prstGeom prst="bentConnector3">
            <a:avLst>
              <a:gd name="adj1" fmla="val 3866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5" name="Connector: Elbow 1934">
            <a:extLst>
              <a:ext uri="{FF2B5EF4-FFF2-40B4-BE49-F238E27FC236}">
                <a16:creationId xmlns:a16="http://schemas.microsoft.com/office/drawing/2014/main" id="{0C943AF5-2FEC-2340-8AD6-70A4ADDC4CEF}"/>
              </a:ext>
            </a:extLst>
          </p:cNvPr>
          <p:cNvCxnSpPr>
            <a:cxnSpLocks/>
            <a:stCxn id="1769" idx="2"/>
            <a:endCxn id="1926" idx="3"/>
          </p:cNvCxnSpPr>
          <p:nvPr/>
        </p:nvCxnSpPr>
        <p:spPr>
          <a:xfrm rot="10800000">
            <a:off x="8373530" y="474167"/>
            <a:ext cx="567871" cy="553608"/>
          </a:xfrm>
          <a:prstGeom prst="bentConnector3">
            <a:avLst>
              <a:gd name="adj1" fmla="val 3168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Connector: Elbow 1942">
            <a:extLst>
              <a:ext uri="{FF2B5EF4-FFF2-40B4-BE49-F238E27FC236}">
                <a16:creationId xmlns:a16="http://schemas.microsoft.com/office/drawing/2014/main" id="{CE4CE6CD-BC96-1AC1-4F5F-D6D5F1E1E44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8041" y="979920"/>
            <a:ext cx="238272" cy="15799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7" name="Connector: Elbow 1946">
            <a:extLst>
              <a:ext uri="{FF2B5EF4-FFF2-40B4-BE49-F238E27FC236}">
                <a16:creationId xmlns:a16="http://schemas.microsoft.com/office/drawing/2014/main" id="{8DB074CF-50D9-81FE-A362-CC07B42D0916}"/>
              </a:ext>
            </a:extLst>
          </p:cNvPr>
          <p:cNvCxnSpPr>
            <a:cxnSpLocks/>
            <a:stCxn id="1919" idx="2"/>
            <a:endCxn id="1547" idx="0"/>
          </p:cNvCxnSpPr>
          <p:nvPr/>
        </p:nvCxnSpPr>
        <p:spPr>
          <a:xfrm rot="5400000">
            <a:off x="3498062" y="485503"/>
            <a:ext cx="977449" cy="3800162"/>
          </a:xfrm>
          <a:prstGeom prst="bentConnector3">
            <a:avLst>
              <a:gd name="adj1" fmla="val 81183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1" name="Connector: Elbow 1950">
            <a:extLst>
              <a:ext uri="{FF2B5EF4-FFF2-40B4-BE49-F238E27FC236}">
                <a16:creationId xmlns:a16="http://schemas.microsoft.com/office/drawing/2014/main" id="{C58A593A-DCBF-2229-0C4E-6D5CBEB82FF1}"/>
              </a:ext>
            </a:extLst>
          </p:cNvPr>
          <p:cNvCxnSpPr>
            <a:cxnSpLocks/>
            <a:stCxn id="1914" idx="2"/>
          </p:cNvCxnSpPr>
          <p:nvPr/>
        </p:nvCxnSpPr>
        <p:spPr>
          <a:xfrm rot="5400000">
            <a:off x="5892429" y="1629240"/>
            <a:ext cx="1449255" cy="1042111"/>
          </a:xfrm>
          <a:prstGeom prst="bentConnector3">
            <a:avLst>
              <a:gd name="adj1" fmla="val 57302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4" name="Connector: Elbow 1953">
            <a:extLst>
              <a:ext uri="{FF2B5EF4-FFF2-40B4-BE49-F238E27FC236}">
                <a16:creationId xmlns:a16="http://schemas.microsoft.com/office/drawing/2014/main" id="{8230EF1A-A371-AD7A-E6CC-0685616B41F5}"/>
              </a:ext>
            </a:extLst>
          </p:cNvPr>
          <p:cNvCxnSpPr>
            <a:cxnSpLocks/>
            <a:stCxn id="218" idx="2"/>
            <a:endCxn id="986" idx="4"/>
          </p:cNvCxnSpPr>
          <p:nvPr/>
        </p:nvCxnSpPr>
        <p:spPr>
          <a:xfrm rot="16200000" flipH="1">
            <a:off x="8331974" y="2862376"/>
            <a:ext cx="4474920" cy="14872"/>
          </a:xfrm>
          <a:prstGeom prst="bentConnector4">
            <a:avLst>
              <a:gd name="adj1" fmla="val -5159"/>
              <a:gd name="adj2" fmla="val -339867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5" name="Connector: Elbow 1964">
            <a:extLst>
              <a:ext uri="{FF2B5EF4-FFF2-40B4-BE49-F238E27FC236}">
                <a16:creationId xmlns:a16="http://schemas.microsoft.com/office/drawing/2014/main" id="{9A44670D-84C8-74A3-A1F0-28E92B54EF41}"/>
              </a:ext>
            </a:extLst>
          </p:cNvPr>
          <p:cNvCxnSpPr>
            <a:cxnSpLocks/>
            <a:stCxn id="898" idx="2"/>
            <a:endCxn id="221" idx="6"/>
          </p:cNvCxnSpPr>
          <p:nvPr/>
        </p:nvCxnSpPr>
        <p:spPr>
          <a:xfrm rot="16200000" flipH="1" flipV="1">
            <a:off x="10973653" y="219870"/>
            <a:ext cx="70435" cy="893745"/>
          </a:xfrm>
          <a:prstGeom prst="bentConnector5">
            <a:avLst>
              <a:gd name="adj1" fmla="val -196086"/>
              <a:gd name="adj2" fmla="val 50000"/>
              <a:gd name="adj3" fmla="val 42455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5" name="Connector: Elbow 1974">
            <a:extLst>
              <a:ext uri="{FF2B5EF4-FFF2-40B4-BE49-F238E27FC236}">
                <a16:creationId xmlns:a16="http://schemas.microsoft.com/office/drawing/2014/main" id="{207B7AAD-A0E3-ECF5-167D-4C72656DAF96}"/>
              </a:ext>
            </a:extLst>
          </p:cNvPr>
          <p:cNvCxnSpPr>
            <a:cxnSpLocks/>
            <a:stCxn id="1411" idx="2"/>
            <a:endCxn id="1326" idx="6"/>
          </p:cNvCxnSpPr>
          <p:nvPr/>
        </p:nvCxnSpPr>
        <p:spPr>
          <a:xfrm rot="16200000" flipH="1" flipV="1">
            <a:off x="11013076" y="2437402"/>
            <a:ext cx="70435" cy="893745"/>
          </a:xfrm>
          <a:prstGeom prst="bentConnector5">
            <a:avLst>
              <a:gd name="adj1" fmla="val -196084"/>
              <a:gd name="adj2" fmla="val 50000"/>
              <a:gd name="adj3" fmla="val 42455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0" name="Connector: Elbow 1979">
            <a:extLst>
              <a:ext uri="{FF2B5EF4-FFF2-40B4-BE49-F238E27FC236}">
                <a16:creationId xmlns:a16="http://schemas.microsoft.com/office/drawing/2014/main" id="{1741DBA2-7E0B-C7EE-4202-89C533FADE1C}"/>
              </a:ext>
            </a:extLst>
          </p:cNvPr>
          <p:cNvCxnSpPr>
            <a:cxnSpLocks/>
            <a:stCxn id="1068" idx="2"/>
            <a:endCxn id="983" idx="6"/>
          </p:cNvCxnSpPr>
          <p:nvPr/>
        </p:nvCxnSpPr>
        <p:spPr>
          <a:xfrm rot="16200000" flipH="1" flipV="1">
            <a:off x="11025589" y="4659985"/>
            <a:ext cx="70435" cy="893745"/>
          </a:xfrm>
          <a:prstGeom prst="bentConnector5">
            <a:avLst>
              <a:gd name="adj1" fmla="val -183314"/>
              <a:gd name="adj2" fmla="val 50000"/>
              <a:gd name="adj3" fmla="val 42455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8" name="Connector: Elbow 1987">
            <a:extLst>
              <a:ext uri="{FF2B5EF4-FFF2-40B4-BE49-F238E27FC236}">
                <a16:creationId xmlns:a16="http://schemas.microsoft.com/office/drawing/2014/main" id="{898C8409-2C28-9E86-1A98-9A37D1B42140}"/>
              </a:ext>
            </a:extLst>
          </p:cNvPr>
          <p:cNvCxnSpPr>
            <a:cxnSpLocks/>
            <a:stCxn id="1323" idx="2"/>
            <a:endCxn id="1962" idx="6"/>
          </p:cNvCxnSpPr>
          <p:nvPr/>
        </p:nvCxnSpPr>
        <p:spPr>
          <a:xfrm rot="16200000" flipV="1">
            <a:off x="10145236" y="2393699"/>
            <a:ext cx="432320" cy="48005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2" name="Connector: Elbow 1991">
            <a:extLst>
              <a:ext uri="{FF2B5EF4-FFF2-40B4-BE49-F238E27FC236}">
                <a16:creationId xmlns:a16="http://schemas.microsoft.com/office/drawing/2014/main" id="{D4C43F55-7C5B-6EF4-B48A-9FC9569E75A4}"/>
              </a:ext>
            </a:extLst>
          </p:cNvPr>
          <p:cNvCxnSpPr>
            <a:cxnSpLocks/>
            <a:stCxn id="23" idx="2"/>
            <a:endCxn id="39" idx="2"/>
          </p:cNvCxnSpPr>
          <p:nvPr/>
        </p:nvCxnSpPr>
        <p:spPr>
          <a:xfrm rot="10800000">
            <a:off x="634929" y="2284950"/>
            <a:ext cx="97126" cy="368413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7" name="TextBox 2006">
            <a:extLst>
              <a:ext uri="{FF2B5EF4-FFF2-40B4-BE49-F238E27FC236}">
                <a16:creationId xmlns:a16="http://schemas.microsoft.com/office/drawing/2014/main" id="{EE6D8DAA-6B48-A1E4-F0E4-7BEAD4BB20BB}"/>
              </a:ext>
            </a:extLst>
          </p:cNvPr>
          <p:cNvSpPr txBox="1"/>
          <p:nvPr/>
        </p:nvSpPr>
        <p:spPr>
          <a:xfrm>
            <a:off x="10156040" y="1924950"/>
            <a:ext cx="700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Two PCA power (2A)</a:t>
            </a:r>
            <a:endParaRPr lang="en-US" sz="800" dirty="0"/>
          </a:p>
        </p:txBody>
      </p:sp>
      <p:sp>
        <p:nvSpPr>
          <p:cNvPr id="2008" name="Right Bracket 2007">
            <a:extLst>
              <a:ext uri="{FF2B5EF4-FFF2-40B4-BE49-F238E27FC236}">
                <a16:creationId xmlns:a16="http://schemas.microsoft.com/office/drawing/2014/main" id="{5042093B-3DA2-BD56-497C-FE83E47453D5}"/>
              </a:ext>
            </a:extLst>
          </p:cNvPr>
          <p:cNvSpPr/>
          <p:nvPr/>
        </p:nvSpPr>
        <p:spPr>
          <a:xfrm rot="5400000">
            <a:off x="10335198" y="1791111"/>
            <a:ext cx="86671" cy="16245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22B83924-DDD3-AF6B-B096-8CD538D0D5A6}"/>
              </a:ext>
            </a:extLst>
          </p:cNvPr>
          <p:cNvSpPr txBox="1"/>
          <p:nvPr/>
        </p:nvSpPr>
        <p:spPr>
          <a:xfrm>
            <a:off x="11047726" y="1931806"/>
            <a:ext cx="833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Six Servo Motor power (5.2 A)</a:t>
            </a:r>
            <a:endParaRPr lang="en-US" sz="800" dirty="0"/>
          </a:p>
        </p:txBody>
      </p:sp>
      <p:sp>
        <p:nvSpPr>
          <p:cNvPr id="2010" name="Right Bracket 2009">
            <a:extLst>
              <a:ext uri="{FF2B5EF4-FFF2-40B4-BE49-F238E27FC236}">
                <a16:creationId xmlns:a16="http://schemas.microsoft.com/office/drawing/2014/main" id="{B0C7E14F-BE68-8148-11CD-D66F549067F9}"/>
              </a:ext>
            </a:extLst>
          </p:cNvPr>
          <p:cNvSpPr/>
          <p:nvPr/>
        </p:nvSpPr>
        <p:spPr>
          <a:xfrm rot="5400000">
            <a:off x="11226884" y="1797967"/>
            <a:ext cx="86671" cy="16245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TextBox 2010">
            <a:extLst>
              <a:ext uri="{FF2B5EF4-FFF2-40B4-BE49-F238E27FC236}">
                <a16:creationId xmlns:a16="http://schemas.microsoft.com/office/drawing/2014/main" id="{BCC3A964-DE69-C46B-8AA4-150063B2C674}"/>
              </a:ext>
            </a:extLst>
          </p:cNvPr>
          <p:cNvSpPr txBox="1"/>
          <p:nvPr/>
        </p:nvSpPr>
        <p:spPr>
          <a:xfrm>
            <a:off x="10190861" y="4118349"/>
            <a:ext cx="821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Six Servo Motor power (5.2A)</a:t>
            </a:r>
            <a:endParaRPr lang="en-US" sz="800" dirty="0"/>
          </a:p>
        </p:txBody>
      </p:sp>
      <p:sp>
        <p:nvSpPr>
          <p:cNvPr id="2012" name="Right Bracket 2011">
            <a:extLst>
              <a:ext uri="{FF2B5EF4-FFF2-40B4-BE49-F238E27FC236}">
                <a16:creationId xmlns:a16="http://schemas.microsoft.com/office/drawing/2014/main" id="{8DB8D39F-D1A9-0F84-56C8-5F656B3C61AB}"/>
              </a:ext>
            </a:extLst>
          </p:cNvPr>
          <p:cNvSpPr/>
          <p:nvPr/>
        </p:nvSpPr>
        <p:spPr>
          <a:xfrm rot="5400000">
            <a:off x="10370020" y="3984510"/>
            <a:ext cx="86671" cy="16245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3" name="TextBox 2012">
            <a:extLst>
              <a:ext uri="{FF2B5EF4-FFF2-40B4-BE49-F238E27FC236}">
                <a16:creationId xmlns:a16="http://schemas.microsoft.com/office/drawing/2014/main" id="{E7981194-AC66-F472-2CBA-D7CF062778B9}"/>
              </a:ext>
            </a:extLst>
          </p:cNvPr>
          <p:cNvSpPr txBox="1"/>
          <p:nvPr/>
        </p:nvSpPr>
        <p:spPr>
          <a:xfrm>
            <a:off x="11082547" y="4125205"/>
            <a:ext cx="79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Five Servo Motor power (5A)</a:t>
            </a:r>
            <a:endParaRPr lang="en-US" sz="800" dirty="0"/>
          </a:p>
        </p:txBody>
      </p:sp>
      <p:sp>
        <p:nvSpPr>
          <p:cNvPr id="2014" name="Right Bracket 2013">
            <a:extLst>
              <a:ext uri="{FF2B5EF4-FFF2-40B4-BE49-F238E27FC236}">
                <a16:creationId xmlns:a16="http://schemas.microsoft.com/office/drawing/2014/main" id="{51026161-BEDF-1DA8-2DB1-E19FDB4EA934}"/>
              </a:ext>
            </a:extLst>
          </p:cNvPr>
          <p:cNvSpPr/>
          <p:nvPr/>
        </p:nvSpPr>
        <p:spPr>
          <a:xfrm rot="5400000">
            <a:off x="11261706" y="3991366"/>
            <a:ext cx="86671" cy="16245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5" name="TextBox 2014">
            <a:extLst>
              <a:ext uri="{FF2B5EF4-FFF2-40B4-BE49-F238E27FC236}">
                <a16:creationId xmlns:a16="http://schemas.microsoft.com/office/drawing/2014/main" id="{05776EB0-2DB3-F3EC-BDDA-B7E170683E32}"/>
              </a:ext>
            </a:extLst>
          </p:cNvPr>
          <p:cNvSpPr txBox="1"/>
          <p:nvPr/>
        </p:nvSpPr>
        <p:spPr>
          <a:xfrm>
            <a:off x="10199132" y="6334492"/>
            <a:ext cx="821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Five Servo Motor power (5A)</a:t>
            </a:r>
            <a:endParaRPr lang="en-US" sz="800" dirty="0"/>
          </a:p>
        </p:txBody>
      </p:sp>
      <p:sp>
        <p:nvSpPr>
          <p:cNvPr id="2016" name="Right Bracket 2015">
            <a:extLst>
              <a:ext uri="{FF2B5EF4-FFF2-40B4-BE49-F238E27FC236}">
                <a16:creationId xmlns:a16="http://schemas.microsoft.com/office/drawing/2014/main" id="{1D107F57-21F5-AB18-439C-23A5A17AFD64}"/>
              </a:ext>
            </a:extLst>
          </p:cNvPr>
          <p:cNvSpPr/>
          <p:nvPr/>
        </p:nvSpPr>
        <p:spPr>
          <a:xfrm rot="5400000">
            <a:off x="10378291" y="6200653"/>
            <a:ext cx="86671" cy="16245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7" name="TextBox 2016">
            <a:extLst>
              <a:ext uri="{FF2B5EF4-FFF2-40B4-BE49-F238E27FC236}">
                <a16:creationId xmlns:a16="http://schemas.microsoft.com/office/drawing/2014/main" id="{34DC6122-AA2D-12B7-32CB-F188D0B61C37}"/>
              </a:ext>
            </a:extLst>
          </p:cNvPr>
          <p:cNvSpPr txBox="1"/>
          <p:nvPr/>
        </p:nvSpPr>
        <p:spPr>
          <a:xfrm>
            <a:off x="11090819" y="6341348"/>
            <a:ext cx="7900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Agency FB" panose="020B0503020202020204" pitchFamily="34" charset="0"/>
              </a:rPr>
              <a:t>Five Servo Motor power (5A)</a:t>
            </a:r>
            <a:endParaRPr lang="en-US" sz="800" dirty="0"/>
          </a:p>
        </p:txBody>
      </p:sp>
      <p:sp>
        <p:nvSpPr>
          <p:cNvPr id="2018" name="Right Bracket 2017">
            <a:extLst>
              <a:ext uri="{FF2B5EF4-FFF2-40B4-BE49-F238E27FC236}">
                <a16:creationId xmlns:a16="http://schemas.microsoft.com/office/drawing/2014/main" id="{FBAAEACD-91DE-C13D-EBB1-F1E13494F6FB}"/>
              </a:ext>
            </a:extLst>
          </p:cNvPr>
          <p:cNvSpPr/>
          <p:nvPr/>
        </p:nvSpPr>
        <p:spPr>
          <a:xfrm rot="5400000">
            <a:off x="11269977" y="6207509"/>
            <a:ext cx="86671" cy="162455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1" name="Rectangle: Rounded Corners 2040">
            <a:extLst>
              <a:ext uri="{FF2B5EF4-FFF2-40B4-BE49-F238E27FC236}">
                <a16:creationId xmlns:a16="http://schemas.microsoft.com/office/drawing/2014/main" id="{9C97DE5D-A12C-391D-412A-9942E658F863}"/>
              </a:ext>
            </a:extLst>
          </p:cNvPr>
          <p:cNvSpPr/>
          <p:nvPr/>
        </p:nvSpPr>
        <p:spPr>
          <a:xfrm>
            <a:off x="724224" y="4102749"/>
            <a:ext cx="3000552" cy="12882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2" name="Rectangle: Rounded Corners 2041">
            <a:extLst>
              <a:ext uri="{FF2B5EF4-FFF2-40B4-BE49-F238E27FC236}">
                <a16:creationId xmlns:a16="http://schemas.microsoft.com/office/drawing/2014/main" id="{14A620BB-99AB-8E6C-BACF-8B8F62A40774}"/>
              </a:ext>
            </a:extLst>
          </p:cNvPr>
          <p:cNvSpPr/>
          <p:nvPr/>
        </p:nvSpPr>
        <p:spPr>
          <a:xfrm>
            <a:off x="3871249" y="4054335"/>
            <a:ext cx="3000552" cy="12882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B2E51E62-858F-A127-E558-A39C8D03C586}"/>
              </a:ext>
            </a:extLst>
          </p:cNvPr>
          <p:cNvCxnSpPr>
            <a:cxnSpLocks/>
            <a:stCxn id="1917" idx="3"/>
            <a:endCxn id="1772" idx="1"/>
          </p:cNvCxnSpPr>
          <p:nvPr/>
        </p:nvCxnSpPr>
        <p:spPr>
          <a:xfrm>
            <a:off x="7335199" y="1071335"/>
            <a:ext cx="1033900" cy="379755"/>
          </a:xfrm>
          <a:prstGeom prst="bentConnector4">
            <a:avLst>
              <a:gd name="adj1" fmla="val 17145"/>
              <a:gd name="adj2" fmla="val 180263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BA1C3355-B2C6-31CF-BA7B-62F6F39F1457}"/>
              </a:ext>
            </a:extLst>
          </p:cNvPr>
          <p:cNvCxnSpPr>
            <a:cxnSpLocks/>
            <a:endCxn id="1757" idx="1"/>
          </p:cNvCxnSpPr>
          <p:nvPr/>
        </p:nvCxnSpPr>
        <p:spPr>
          <a:xfrm flipV="1">
            <a:off x="7756525" y="1445548"/>
            <a:ext cx="1519779" cy="310227"/>
          </a:xfrm>
          <a:prstGeom prst="bentConnector2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3" name="Straight Arrow Connector 1872">
            <a:extLst>
              <a:ext uri="{FF2B5EF4-FFF2-40B4-BE49-F238E27FC236}">
                <a16:creationId xmlns:a16="http://schemas.microsoft.com/office/drawing/2014/main" id="{484751B2-189B-E225-F903-A9F92F87F742}"/>
              </a:ext>
            </a:extLst>
          </p:cNvPr>
          <p:cNvCxnSpPr>
            <a:cxnSpLocks/>
            <a:stCxn id="1547" idx="2"/>
            <a:endCxn id="2041" idx="0"/>
          </p:cNvCxnSpPr>
          <p:nvPr/>
        </p:nvCxnSpPr>
        <p:spPr>
          <a:xfrm>
            <a:off x="2086705" y="3852120"/>
            <a:ext cx="137795" cy="250629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6" name="Straight Arrow Connector 1875">
            <a:extLst>
              <a:ext uri="{FF2B5EF4-FFF2-40B4-BE49-F238E27FC236}">
                <a16:creationId xmlns:a16="http://schemas.microsoft.com/office/drawing/2014/main" id="{540C1470-65A8-B22C-9C25-362F71C030AD}"/>
              </a:ext>
            </a:extLst>
          </p:cNvPr>
          <p:cNvCxnSpPr>
            <a:cxnSpLocks/>
            <a:stCxn id="1417" idx="2"/>
            <a:endCxn id="2042" idx="0"/>
          </p:cNvCxnSpPr>
          <p:nvPr/>
        </p:nvCxnSpPr>
        <p:spPr>
          <a:xfrm>
            <a:off x="5277838" y="3818880"/>
            <a:ext cx="93687" cy="235455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4" name="Oval 1923">
            <a:extLst>
              <a:ext uri="{FF2B5EF4-FFF2-40B4-BE49-F238E27FC236}">
                <a16:creationId xmlns:a16="http://schemas.microsoft.com/office/drawing/2014/main" id="{ED2A42C7-D407-7247-8ED2-8817DD58E406}"/>
              </a:ext>
            </a:extLst>
          </p:cNvPr>
          <p:cNvSpPr/>
          <p:nvPr/>
        </p:nvSpPr>
        <p:spPr>
          <a:xfrm>
            <a:off x="11995921" y="4745489"/>
            <a:ext cx="140517" cy="14051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27" name="Group 1926">
            <a:extLst>
              <a:ext uri="{FF2B5EF4-FFF2-40B4-BE49-F238E27FC236}">
                <a16:creationId xmlns:a16="http://schemas.microsoft.com/office/drawing/2014/main" id="{0752B8FB-6F19-C150-1EB1-F2F22A76E56B}"/>
              </a:ext>
            </a:extLst>
          </p:cNvPr>
          <p:cNvGrpSpPr/>
          <p:nvPr/>
        </p:nvGrpSpPr>
        <p:grpSpPr>
          <a:xfrm rot="5400000">
            <a:off x="6276432" y="3372861"/>
            <a:ext cx="4058864" cy="2063844"/>
            <a:chOff x="990412" y="500892"/>
            <a:chExt cx="4058864" cy="2063844"/>
          </a:xfrm>
        </p:grpSpPr>
        <p:sp>
          <p:nvSpPr>
            <p:cNvPr id="1929" name="Rectangle: Rounded Corners 1928">
              <a:extLst>
                <a:ext uri="{FF2B5EF4-FFF2-40B4-BE49-F238E27FC236}">
                  <a16:creationId xmlns:a16="http://schemas.microsoft.com/office/drawing/2014/main" id="{D419AB89-C49C-F989-4F6F-BD1D5E44CD06}"/>
                </a:ext>
              </a:extLst>
            </p:cNvPr>
            <p:cNvSpPr/>
            <p:nvPr/>
          </p:nvSpPr>
          <p:spPr>
            <a:xfrm>
              <a:off x="4293693" y="759122"/>
              <a:ext cx="755583" cy="806383"/>
            </a:xfrm>
            <a:prstGeom prst="roundRect">
              <a:avLst/>
            </a:prstGeom>
            <a:solidFill>
              <a:srgbClr val="FCF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0" name="Rectangle 1929">
              <a:extLst>
                <a:ext uri="{FF2B5EF4-FFF2-40B4-BE49-F238E27FC236}">
                  <a16:creationId xmlns:a16="http://schemas.microsoft.com/office/drawing/2014/main" id="{E0152240-1921-87E9-F2CC-7078C8D3ED80}"/>
                </a:ext>
              </a:extLst>
            </p:cNvPr>
            <p:cNvSpPr/>
            <p:nvPr/>
          </p:nvSpPr>
          <p:spPr>
            <a:xfrm>
              <a:off x="1560513" y="1050132"/>
              <a:ext cx="45719" cy="45719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1" name="Rectangle 1930">
              <a:extLst>
                <a:ext uri="{FF2B5EF4-FFF2-40B4-BE49-F238E27FC236}">
                  <a16:creationId xmlns:a16="http://schemas.microsoft.com/office/drawing/2014/main" id="{A9732E46-B066-00EF-95A4-62460A96AF58}"/>
                </a:ext>
              </a:extLst>
            </p:cNvPr>
            <p:cNvSpPr/>
            <p:nvPr/>
          </p:nvSpPr>
          <p:spPr>
            <a:xfrm>
              <a:off x="1630136" y="1048544"/>
              <a:ext cx="45719" cy="45719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2" name="Rectangle 1931">
              <a:extLst>
                <a:ext uri="{FF2B5EF4-FFF2-40B4-BE49-F238E27FC236}">
                  <a16:creationId xmlns:a16="http://schemas.microsoft.com/office/drawing/2014/main" id="{924668D3-53E4-6BCB-C71C-018473234078}"/>
                </a:ext>
              </a:extLst>
            </p:cNvPr>
            <p:cNvSpPr/>
            <p:nvPr/>
          </p:nvSpPr>
          <p:spPr>
            <a:xfrm>
              <a:off x="1705082" y="1051559"/>
              <a:ext cx="45719" cy="45719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3" name="Rectangle 1932">
              <a:extLst>
                <a:ext uri="{FF2B5EF4-FFF2-40B4-BE49-F238E27FC236}">
                  <a16:creationId xmlns:a16="http://schemas.microsoft.com/office/drawing/2014/main" id="{5505B899-55B6-96DD-A174-18E13BFB2A7F}"/>
                </a:ext>
              </a:extLst>
            </p:cNvPr>
            <p:cNvSpPr/>
            <p:nvPr/>
          </p:nvSpPr>
          <p:spPr>
            <a:xfrm>
              <a:off x="1630136" y="1122843"/>
              <a:ext cx="45719" cy="45719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4" name="Rectangle 1933">
              <a:extLst>
                <a:ext uri="{FF2B5EF4-FFF2-40B4-BE49-F238E27FC236}">
                  <a16:creationId xmlns:a16="http://schemas.microsoft.com/office/drawing/2014/main" id="{A31A6BB8-CDC2-72B5-7F90-DC81A25F03A2}"/>
                </a:ext>
              </a:extLst>
            </p:cNvPr>
            <p:cNvSpPr/>
            <p:nvPr/>
          </p:nvSpPr>
          <p:spPr>
            <a:xfrm>
              <a:off x="1705082" y="1122682"/>
              <a:ext cx="45719" cy="45719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6" name="Rectangle 1935">
              <a:extLst>
                <a:ext uri="{FF2B5EF4-FFF2-40B4-BE49-F238E27FC236}">
                  <a16:creationId xmlns:a16="http://schemas.microsoft.com/office/drawing/2014/main" id="{8C2FC4CC-B358-EE16-AF2E-CB127058A8B9}"/>
                </a:ext>
              </a:extLst>
            </p:cNvPr>
            <p:cNvSpPr/>
            <p:nvPr/>
          </p:nvSpPr>
          <p:spPr>
            <a:xfrm>
              <a:off x="2458244" y="1230314"/>
              <a:ext cx="45719" cy="58842"/>
            </a:xfrm>
            <a:prstGeom prst="rect">
              <a:avLst/>
            </a:prstGeom>
            <a:solidFill>
              <a:srgbClr val="289D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7" name="Rectangle 1936">
              <a:extLst>
                <a:ext uri="{FF2B5EF4-FFF2-40B4-BE49-F238E27FC236}">
                  <a16:creationId xmlns:a16="http://schemas.microsoft.com/office/drawing/2014/main" id="{4549DBEF-8639-9BAF-2089-327A05B2935A}"/>
                </a:ext>
              </a:extLst>
            </p:cNvPr>
            <p:cNvSpPr/>
            <p:nvPr/>
          </p:nvSpPr>
          <p:spPr>
            <a:xfrm>
              <a:off x="2356566" y="1190485"/>
              <a:ext cx="243978" cy="13849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00" b="1" cap="none" spc="0" dirty="0">
                  <a:ln w="0"/>
                  <a:solidFill>
                    <a:srgbClr val="EAFEF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4B+</a:t>
              </a:r>
            </a:p>
          </p:txBody>
        </p:sp>
        <p:pic>
          <p:nvPicPr>
            <p:cNvPr id="1938" name="Picture 1937">
              <a:extLst>
                <a:ext uri="{FF2B5EF4-FFF2-40B4-BE49-F238E27FC236}">
                  <a16:creationId xmlns:a16="http://schemas.microsoft.com/office/drawing/2014/main" id="{94F08E43-B5F4-6AD1-CEC6-0B079FF156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169"/>
            <a:stretch/>
          </p:blipFill>
          <p:spPr>
            <a:xfrm>
              <a:off x="990412" y="500892"/>
              <a:ext cx="3814392" cy="2063844"/>
            </a:xfrm>
            <a:prstGeom prst="rect">
              <a:avLst/>
            </a:prstGeom>
          </p:spPr>
        </p:pic>
        <p:sp>
          <p:nvSpPr>
            <p:cNvPr id="1939" name="Rectangle 1938">
              <a:extLst>
                <a:ext uri="{FF2B5EF4-FFF2-40B4-BE49-F238E27FC236}">
                  <a16:creationId xmlns:a16="http://schemas.microsoft.com/office/drawing/2014/main" id="{FE38D587-D400-4666-3B1D-03E80EB9BA4A}"/>
                </a:ext>
              </a:extLst>
            </p:cNvPr>
            <p:cNvSpPr/>
            <p:nvPr/>
          </p:nvSpPr>
          <p:spPr>
            <a:xfrm>
              <a:off x="3784208" y="1447372"/>
              <a:ext cx="332746" cy="11313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b="1" dirty="0">
                  <a:solidFill>
                    <a:schemeClr val="tx1"/>
                  </a:solidFill>
                </a:rPr>
                <a:t>USB Audio Drive</a:t>
              </a:r>
            </a:p>
          </p:txBody>
        </p:sp>
        <p:sp>
          <p:nvSpPr>
            <p:cNvPr id="1940" name="Rectangle 1939">
              <a:extLst>
                <a:ext uri="{FF2B5EF4-FFF2-40B4-BE49-F238E27FC236}">
                  <a16:creationId xmlns:a16="http://schemas.microsoft.com/office/drawing/2014/main" id="{9E77CF10-0654-F338-3FD1-B24DF57886DA}"/>
                </a:ext>
              </a:extLst>
            </p:cNvPr>
            <p:cNvSpPr/>
            <p:nvPr/>
          </p:nvSpPr>
          <p:spPr>
            <a:xfrm>
              <a:off x="3790621" y="1646977"/>
              <a:ext cx="332746" cy="11313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b="1" dirty="0">
                  <a:solidFill>
                    <a:schemeClr val="tx1"/>
                  </a:solidFill>
                </a:rPr>
                <a:t>Microphone</a:t>
              </a:r>
            </a:p>
          </p:txBody>
        </p:sp>
        <p:sp>
          <p:nvSpPr>
            <p:cNvPr id="1941" name="Rectangle 1940">
              <a:extLst>
                <a:ext uri="{FF2B5EF4-FFF2-40B4-BE49-F238E27FC236}">
                  <a16:creationId xmlns:a16="http://schemas.microsoft.com/office/drawing/2014/main" id="{9612D668-E12C-D2A3-E5A2-EE6D9782116D}"/>
                </a:ext>
              </a:extLst>
            </p:cNvPr>
            <p:cNvSpPr/>
            <p:nvPr/>
          </p:nvSpPr>
          <p:spPr>
            <a:xfrm>
              <a:off x="3790621" y="1823684"/>
              <a:ext cx="332746" cy="11313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" b="1" dirty="0">
                  <a:solidFill>
                    <a:schemeClr val="tx1"/>
                  </a:solidFill>
                </a:rPr>
                <a:t>Speaker</a:t>
              </a:r>
            </a:p>
          </p:txBody>
        </p:sp>
        <p:cxnSp>
          <p:nvCxnSpPr>
            <p:cNvPr id="1942" name="Straight Arrow Connector 1941">
              <a:extLst>
                <a:ext uri="{FF2B5EF4-FFF2-40B4-BE49-F238E27FC236}">
                  <a16:creationId xmlns:a16="http://schemas.microsoft.com/office/drawing/2014/main" id="{46E2119A-000F-63A8-D34F-1E1CFBAB7719}"/>
                </a:ext>
              </a:extLst>
            </p:cNvPr>
            <p:cNvCxnSpPr>
              <a:cxnSpLocks/>
              <a:endCxn id="1939" idx="1"/>
            </p:cNvCxnSpPr>
            <p:nvPr/>
          </p:nvCxnSpPr>
          <p:spPr>
            <a:xfrm>
              <a:off x="3513004" y="1501199"/>
              <a:ext cx="271204" cy="274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4" name="Connector: Elbow 1943">
              <a:extLst>
                <a:ext uri="{FF2B5EF4-FFF2-40B4-BE49-F238E27FC236}">
                  <a16:creationId xmlns:a16="http://schemas.microsoft.com/office/drawing/2014/main" id="{A4162BA9-3B48-3030-9A11-985B12BCC866}"/>
                </a:ext>
              </a:extLst>
            </p:cNvPr>
            <p:cNvCxnSpPr>
              <a:cxnSpLocks/>
              <a:stCxn id="1939" idx="3"/>
              <a:endCxn id="1941" idx="3"/>
            </p:cNvCxnSpPr>
            <p:nvPr/>
          </p:nvCxnSpPr>
          <p:spPr>
            <a:xfrm>
              <a:off x="4116954" y="1503939"/>
              <a:ext cx="6413" cy="376312"/>
            </a:xfrm>
            <a:prstGeom prst="bentConnector3">
              <a:avLst>
                <a:gd name="adj1" fmla="val 1882317"/>
              </a:avLst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6" name="Rectangle: Rounded Corners 1945">
              <a:extLst>
                <a:ext uri="{FF2B5EF4-FFF2-40B4-BE49-F238E27FC236}">
                  <a16:creationId xmlns:a16="http://schemas.microsoft.com/office/drawing/2014/main" id="{7304C3F0-5B03-2FCF-C71D-FE3B13DE52F1}"/>
                </a:ext>
              </a:extLst>
            </p:cNvPr>
            <p:cNvSpPr/>
            <p:nvPr/>
          </p:nvSpPr>
          <p:spPr>
            <a:xfrm>
              <a:off x="4073125" y="654320"/>
              <a:ext cx="755583" cy="806383"/>
            </a:xfrm>
            <a:prstGeom prst="roundRect">
              <a:avLst/>
            </a:prstGeom>
            <a:solidFill>
              <a:srgbClr val="FCFC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45" name="Straight Arrow Connector 1944">
              <a:extLst>
                <a:ext uri="{FF2B5EF4-FFF2-40B4-BE49-F238E27FC236}">
                  <a16:creationId xmlns:a16="http://schemas.microsoft.com/office/drawing/2014/main" id="{66C09A13-6020-6537-AA25-A65ABA5EBEB0}"/>
                </a:ext>
              </a:extLst>
            </p:cNvPr>
            <p:cNvCxnSpPr>
              <a:cxnSpLocks/>
              <a:stCxn id="1940" idx="3"/>
            </p:cNvCxnSpPr>
            <p:nvPr/>
          </p:nvCxnSpPr>
          <p:spPr>
            <a:xfrm>
              <a:off x="4123367" y="1703544"/>
              <a:ext cx="110004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48" name="Group 1947">
              <a:extLst>
                <a:ext uri="{FF2B5EF4-FFF2-40B4-BE49-F238E27FC236}">
                  <a16:creationId xmlns:a16="http://schemas.microsoft.com/office/drawing/2014/main" id="{517007AB-7D0E-2163-0B93-EAA3D1F33EB8}"/>
                </a:ext>
              </a:extLst>
            </p:cNvPr>
            <p:cNvGrpSpPr/>
            <p:nvPr/>
          </p:nvGrpSpPr>
          <p:grpSpPr>
            <a:xfrm>
              <a:off x="4142804" y="808293"/>
              <a:ext cx="667956" cy="654844"/>
              <a:chOff x="6793150" y="833179"/>
              <a:chExt cx="667956" cy="654844"/>
            </a:xfrm>
          </p:grpSpPr>
          <p:pic>
            <p:nvPicPr>
              <p:cNvPr id="1949" name="Picture 1948">
                <a:extLst>
                  <a:ext uri="{FF2B5EF4-FFF2-40B4-BE49-F238E27FC236}">
                    <a16:creationId xmlns:a16="http://schemas.microsoft.com/office/drawing/2014/main" id="{5B1CE912-EAC2-4788-5882-1D99D11EDD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303" t="10576" r="9966" b="57695"/>
              <a:stretch/>
            </p:blipFill>
            <p:spPr>
              <a:xfrm>
                <a:off x="6793150" y="833179"/>
                <a:ext cx="667956" cy="654844"/>
              </a:xfrm>
              <a:prstGeom prst="rect">
                <a:avLst/>
              </a:prstGeom>
            </p:spPr>
          </p:pic>
          <p:sp>
            <p:nvSpPr>
              <p:cNvPr id="1950" name="Rectangle: Rounded Corners 1949">
                <a:extLst>
                  <a:ext uri="{FF2B5EF4-FFF2-40B4-BE49-F238E27FC236}">
                    <a16:creationId xmlns:a16="http://schemas.microsoft.com/office/drawing/2014/main" id="{946E7841-72CE-AC8B-C023-632531C8C965}"/>
                  </a:ext>
                </a:extLst>
              </p:cNvPr>
              <p:cNvSpPr/>
              <p:nvPr/>
            </p:nvSpPr>
            <p:spPr>
              <a:xfrm>
                <a:off x="7339886" y="950076"/>
                <a:ext cx="106363" cy="226219"/>
              </a:xfrm>
              <a:prstGeom prst="roundRect">
                <a:avLst/>
              </a:prstGeom>
              <a:solidFill>
                <a:srgbClr val="3DBA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F10CFB4-D141-EEE0-8719-F560C55B85CF}"/>
              </a:ext>
            </a:extLst>
          </p:cNvPr>
          <p:cNvGrpSpPr/>
          <p:nvPr/>
        </p:nvGrpSpPr>
        <p:grpSpPr>
          <a:xfrm rot="10800000">
            <a:off x="9132650" y="5335183"/>
            <a:ext cx="626377" cy="1177555"/>
            <a:chOff x="10818969" y="5038230"/>
            <a:chExt cx="626377" cy="1177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003322-F758-70DB-C11C-97BF5762D3A9}"/>
                </a:ext>
              </a:extLst>
            </p:cNvPr>
            <p:cNvSpPr/>
            <p:nvPr/>
          </p:nvSpPr>
          <p:spPr>
            <a:xfrm rot="5400000">
              <a:off x="10543923" y="5314513"/>
              <a:ext cx="1174984" cy="624892"/>
            </a:xfrm>
            <a:prstGeom prst="rect">
              <a:avLst/>
            </a:prstGeom>
            <a:solidFill>
              <a:srgbClr val="61010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6" name="Rectangle 1855">
              <a:extLst>
                <a:ext uri="{FF2B5EF4-FFF2-40B4-BE49-F238E27FC236}">
                  <a16:creationId xmlns:a16="http://schemas.microsoft.com/office/drawing/2014/main" id="{A6A4DC45-4282-70C8-BA01-68752E576981}"/>
                </a:ext>
              </a:extLst>
            </p:cNvPr>
            <p:cNvSpPr/>
            <p:nvPr/>
          </p:nvSpPr>
          <p:spPr>
            <a:xfrm rot="5400000">
              <a:off x="11179538" y="4983450"/>
              <a:ext cx="152600" cy="262159"/>
            </a:xfrm>
            <a:prstGeom prst="rect">
              <a:avLst/>
            </a:prstGeom>
            <a:solidFill>
              <a:srgbClr val="1A4CA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7" name="Oval 1856">
              <a:extLst>
                <a:ext uri="{FF2B5EF4-FFF2-40B4-BE49-F238E27FC236}">
                  <a16:creationId xmlns:a16="http://schemas.microsoft.com/office/drawing/2014/main" id="{CFFCD4C0-8B47-08BD-35C9-40A3C79BCE4E}"/>
                </a:ext>
              </a:extLst>
            </p:cNvPr>
            <p:cNvSpPr/>
            <p:nvPr/>
          </p:nvSpPr>
          <p:spPr>
            <a:xfrm rot="5400000">
              <a:off x="11281394" y="5069381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60" name="Straight Connector 1859">
              <a:extLst>
                <a:ext uri="{FF2B5EF4-FFF2-40B4-BE49-F238E27FC236}">
                  <a16:creationId xmlns:a16="http://schemas.microsoft.com/office/drawing/2014/main" id="{356520E2-3431-3638-7B21-E79E3FBEC800}"/>
                </a:ext>
              </a:extLst>
            </p:cNvPr>
            <p:cNvCxnSpPr>
              <a:cxnSpLocks/>
              <a:stCxn id="1857" idx="0"/>
              <a:endCxn id="1857" idx="4"/>
            </p:cNvCxnSpPr>
            <p:nvPr/>
          </p:nvCxnSpPr>
          <p:spPr>
            <a:xfrm rot="5400000">
              <a:off x="11316199" y="5069382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1860">
              <a:extLst>
                <a:ext uri="{FF2B5EF4-FFF2-40B4-BE49-F238E27FC236}">
                  <a16:creationId xmlns:a16="http://schemas.microsoft.com/office/drawing/2014/main" id="{F0F50821-B6EB-2E53-DAAC-436ACF2FC443}"/>
                </a:ext>
              </a:extLst>
            </p:cNvPr>
            <p:cNvCxnSpPr>
              <a:cxnSpLocks/>
              <a:stCxn id="1857" idx="2"/>
              <a:endCxn id="1857" idx="6"/>
            </p:cNvCxnSpPr>
            <p:nvPr/>
          </p:nvCxnSpPr>
          <p:spPr>
            <a:xfrm rot="5400000">
              <a:off x="11281394" y="5106446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2" name="Oval 1861">
              <a:extLst>
                <a:ext uri="{FF2B5EF4-FFF2-40B4-BE49-F238E27FC236}">
                  <a16:creationId xmlns:a16="http://schemas.microsoft.com/office/drawing/2014/main" id="{10134A5A-3B27-744E-D3BF-88248C1EADE3}"/>
                </a:ext>
              </a:extLst>
            </p:cNvPr>
            <p:cNvSpPr/>
            <p:nvPr/>
          </p:nvSpPr>
          <p:spPr>
            <a:xfrm rot="5400000">
              <a:off x="11281394" y="5069381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3" name="Oval 1862">
              <a:extLst>
                <a:ext uri="{FF2B5EF4-FFF2-40B4-BE49-F238E27FC236}">
                  <a16:creationId xmlns:a16="http://schemas.microsoft.com/office/drawing/2014/main" id="{675963B9-F59A-0096-B88C-F1C2505D6CD2}"/>
                </a:ext>
              </a:extLst>
            </p:cNvPr>
            <p:cNvSpPr/>
            <p:nvPr/>
          </p:nvSpPr>
          <p:spPr>
            <a:xfrm rot="5400000">
              <a:off x="11164871" y="5069381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64" name="Straight Connector 1863">
              <a:extLst>
                <a:ext uri="{FF2B5EF4-FFF2-40B4-BE49-F238E27FC236}">
                  <a16:creationId xmlns:a16="http://schemas.microsoft.com/office/drawing/2014/main" id="{5A5F4D1F-D5F9-AB39-B6E4-BBF95F0DAB56}"/>
                </a:ext>
              </a:extLst>
            </p:cNvPr>
            <p:cNvCxnSpPr>
              <a:cxnSpLocks/>
              <a:stCxn id="1863" idx="0"/>
              <a:endCxn id="1863" idx="4"/>
            </p:cNvCxnSpPr>
            <p:nvPr/>
          </p:nvCxnSpPr>
          <p:spPr>
            <a:xfrm rot="5400000">
              <a:off x="11199676" y="5069382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1864">
              <a:extLst>
                <a:ext uri="{FF2B5EF4-FFF2-40B4-BE49-F238E27FC236}">
                  <a16:creationId xmlns:a16="http://schemas.microsoft.com/office/drawing/2014/main" id="{8F6C186E-4F34-A782-78B7-5045E173459D}"/>
                </a:ext>
              </a:extLst>
            </p:cNvPr>
            <p:cNvCxnSpPr>
              <a:cxnSpLocks/>
              <a:stCxn id="1863" idx="2"/>
              <a:endCxn id="1863" idx="6"/>
            </p:cNvCxnSpPr>
            <p:nvPr/>
          </p:nvCxnSpPr>
          <p:spPr>
            <a:xfrm rot="5400000">
              <a:off x="11164871" y="5106446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7" name="Oval 1866">
              <a:extLst>
                <a:ext uri="{FF2B5EF4-FFF2-40B4-BE49-F238E27FC236}">
                  <a16:creationId xmlns:a16="http://schemas.microsoft.com/office/drawing/2014/main" id="{635179B8-3960-D1C2-7F5C-DFB7C6D2DCA6}"/>
                </a:ext>
              </a:extLst>
            </p:cNvPr>
            <p:cNvSpPr/>
            <p:nvPr/>
          </p:nvSpPr>
          <p:spPr>
            <a:xfrm rot="5400000">
              <a:off x="11164871" y="5069381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8" name="Rectangle 1867">
              <a:extLst>
                <a:ext uri="{FF2B5EF4-FFF2-40B4-BE49-F238E27FC236}">
                  <a16:creationId xmlns:a16="http://schemas.microsoft.com/office/drawing/2014/main" id="{023F6F60-29DB-7646-8769-4BAE0E034EA7}"/>
                </a:ext>
              </a:extLst>
            </p:cNvPr>
            <p:cNvSpPr/>
            <p:nvPr/>
          </p:nvSpPr>
          <p:spPr>
            <a:xfrm rot="16200000">
              <a:off x="10928400" y="6008405"/>
              <a:ext cx="152600" cy="262159"/>
            </a:xfrm>
            <a:prstGeom prst="rect">
              <a:avLst/>
            </a:prstGeom>
            <a:solidFill>
              <a:srgbClr val="1A4CA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9" name="Oval 1868">
              <a:extLst>
                <a:ext uri="{FF2B5EF4-FFF2-40B4-BE49-F238E27FC236}">
                  <a16:creationId xmlns:a16="http://schemas.microsoft.com/office/drawing/2014/main" id="{5F9995A3-CFE6-39F3-982B-66FE0952E45D}"/>
                </a:ext>
              </a:extLst>
            </p:cNvPr>
            <p:cNvSpPr/>
            <p:nvPr/>
          </p:nvSpPr>
          <p:spPr>
            <a:xfrm rot="16200000">
              <a:off x="10909534" y="6110504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70" name="Straight Connector 1869">
              <a:extLst>
                <a:ext uri="{FF2B5EF4-FFF2-40B4-BE49-F238E27FC236}">
                  <a16:creationId xmlns:a16="http://schemas.microsoft.com/office/drawing/2014/main" id="{A30617D7-97BC-46D9-04A9-8DD6E02C8F23}"/>
                </a:ext>
              </a:extLst>
            </p:cNvPr>
            <p:cNvCxnSpPr>
              <a:cxnSpLocks/>
              <a:stCxn id="1869" idx="0"/>
              <a:endCxn id="1869" idx="4"/>
            </p:cNvCxnSpPr>
            <p:nvPr/>
          </p:nvCxnSpPr>
          <p:spPr>
            <a:xfrm rot="16200000">
              <a:off x="10944339" y="6110503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1871">
              <a:extLst>
                <a:ext uri="{FF2B5EF4-FFF2-40B4-BE49-F238E27FC236}">
                  <a16:creationId xmlns:a16="http://schemas.microsoft.com/office/drawing/2014/main" id="{1AA4838E-DE9F-B3A0-FE11-0DD272347E5D}"/>
                </a:ext>
              </a:extLst>
            </p:cNvPr>
            <p:cNvCxnSpPr>
              <a:cxnSpLocks/>
              <a:stCxn id="1869" idx="2"/>
              <a:endCxn id="1869" idx="6"/>
            </p:cNvCxnSpPr>
            <p:nvPr/>
          </p:nvCxnSpPr>
          <p:spPr>
            <a:xfrm rot="16200000">
              <a:off x="10909534" y="6147568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4" name="Oval 1873">
              <a:extLst>
                <a:ext uri="{FF2B5EF4-FFF2-40B4-BE49-F238E27FC236}">
                  <a16:creationId xmlns:a16="http://schemas.microsoft.com/office/drawing/2014/main" id="{702AAC88-E9E3-75F7-12B7-6B4A53FA7C38}"/>
                </a:ext>
              </a:extLst>
            </p:cNvPr>
            <p:cNvSpPr/>
            <p:nvPr/>
          </p:nvSpPr>
          <p:spPr>
            <a:xfrm rot="16200000">
              <a:off x="10909534" y="6110504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5" name="Oval 1874">
              <a:extLst>
                <a:ext uri="{FF2B5EF4-FFF2-40B4-BE49-F238E27FC236}">
                  <a16:creationId xmlns:a16="http://schemas.microsoft.com/office/drawing/2014/main" id="{55D97694-05F0-A601-E87E-883ADB54C3DB}"/>
                </a:ext>
              </a:extLst>
            </p:cNvPr>
            <p:cNvSpPr/>
            <p:nvPr/>
          </p:nvSpPr>
          <p:spPr>
            <a:xfrm rot="16200000">
              <a:off x="11026056" y="6110504"/>
              <a:ext cx="69609" cy="74129"/>
            </a:xfrm>
            <a:prstGeom prst="ellipse">
              <a:avLst/>
            </a:prstGeom>
            <a:solidFill>
              <a:srgbClr val="52584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78" name="Straight Connector 1877">
              <a:extLst>
                <a:ext uri="{FF2B5EF4-FFF2-40B4-BE49-F238E27FC236}">
                  <a16:creationId xmlns:a16="http://schemas.microsoft.com/office/drawing/2014/main" id="{0457FCED-B003-A44A-E7C9-004798306CBF}"/>
                </a:ext>
              </a:extLst>
            </p:cNvPr>
            <p:cNvCxnSpPr>
              <a:cxnSpLocks/>
              <a:stCxn id="1875" idx="0"/>
              <a:endCxn id="1875" idx="4"/>
            </p:cNvCxnSpPr>
            <p:nvPr/>
          </p:nvCxnSpPr>
          <p:spPr>
            <a:xfrm rot="16200000">
              <a:off x="11060861" y="6110503"/>
              <a:ext cx="0" cy="74129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1878">
              <a:extLst>
                <a:ext uri="{FF2B5EF4-FFF2-40B4-BE49-F238E27FC236}">
                  <a16:creationId xmlns:a16="http://schemas.microsoft.com/office/drawing/2014/main" id="{39079EB9-B25B-7887-DC38-A080DDDB35D0}"/>
                </a:ext>
              </a:extLst>
            </p:cNvPr>
            <p:cNvCxnSpPr>
              <a:cxnSpLocks/>
              <a:stCxn id="1875" idx="2"/>
              <a:endCxn id="1875" idx="6"/>
            </p:cNvCxnSpPr>
            <p:nvPr/>
          </p:nvCxnSpPr>
          <p:spPr>
            <a:xfrm rot="16200000">
              <a:off x="11026056" y="6147568"/>
              <a:ext cx="69609" cy="0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0" name="Oval 1879">
              <a:extLst>
                <a:ext uri="{FF2B5EF4-FFF2-40B4-BE49-F238E27FC236}">
                  <a16:creationId xmlns:a16="http://schemas.microsoft.com/office/drawing/2014/main" id="{CC351500-DBE7-7D9A-630B-9C4CCACE5CEC}"/>
                </a:ext>
              </a:extLst>
            </p:cNvPr>
            <p:cNvSpPr/>
            <p:nvPr/>
          </p:nvSpPr>
          <p:spPr>
            <a:xfrm rot="16200000">
              <a:off x="11026056" y="6110504"/>
              <a:ext cx="69609" cy="741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1" name="Oval 1880">
              <a:extLst>
                <a:ext uri="{FF2B5EF4-FFF2-40B4-BE49-F238E27FC236}">
                  <a16:creationId xmlns:a16="http://schemas.microsoft.com/office/drawing/2014/main" id="{FD73B054-6BCE-1F77-BA8C-34FC1543CF24}"/>
                </a:ext>
              </a:extLst>
            </p:cNvPr>
            <p:cNvSpPr/>
            <p:nvPr/>
          </p:nvSpPr>
          <p:spPr>
            <a:xfrm rot="5400000">
              <a:off x="10843583" y="5073383"/>
              <a:ext cx="234528" cy="2704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3" name="Chord 1882">
              <a:extLst>
                <a:ext uri="{FF2B5EF4-FFF2-40B4-BE49-F238E27FC236}">
                  <a16:creationId xmlns:a16="http://schemas.microsoft.com/office/drawing/2014/main" id="{4C3BFBFB-64C4-E7B1-6062-40B16DB77374}"/>
                </a:ext>
              </a:extLst>
            </p:cNvPr>
            <p:cNvSpPr/>
            <p:nvPr/>
          </p:nvSpPr>
          <p:spPr>
            <a:xfrm rot="5400000">
              <a:off x="10844494" y="5077532"/>
              <a:ext cx="234528" cy="262158"/>
            </a:xfrm>
            <a:prstGeom prst="chord">
              <a:avLst>
                <a:gd name="adj1" fmla="val 1744311"/>
                <a:gd name="adj2" fmla="val 16200000"/>
              </a:avLst>
            </a:prstGeom>
            <a:solidFill>
              <a:srgbClr val="C5CE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4" name="Oval 1883">
              <a:extLst>
                <a:ext uri="{FF2B5EF4-FFF2-40B4-BE49-F238E27FC236}">
                  <a16:creationId xmlns:a16="http://schemas.microsoft.com/office/drawing/2014/main" id="{18C81177-B9BA-3D67-E2E6-CD3A12BADE01}"/>
                </a:ext>
              </a:extLst>
            </p:cNvPr>
            <p:cNvSpPr/>
            <p:nvPr/>
          </p:nvSpPr>
          <p:spPr>
            <a:xfrm rot="5400000">
              <a:off x="11189546" y="5882554"/>
              <a:ext cx="234528" cy="27045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5" name="Chord 1884">
              <a:extLst>
                <a:ext uri="{FF2B5EF4-FFF2-40B4-BE49-F238E27FC236}">
                  <a16:creationId xmlns:a16="http://schemas.microsoft.com/office/drawing/2014/main" id="{903A54C8-BF59-1A95-13D9-CE0A1C45412C}"/>
                </a:ext>
              </a:extLst>
            </p:cNvPr>
            <p:cNvSpPr/>
            <p:nvPr/>
          </p:nvSpPr>
          <p:spPr>
            <a:xfrm rot="5400000">
              <a:off x="11190457" y="5886703"/>
              <a:ext cx="234528" cy="262158"/>
            </a:xfrm>
            <a:prstGeom prst="chord">
              <a:avLst>
                <a:gd name="adj1" fmla="val 1744311"/>
                <a:gd name="adj2" fmla="val 16200000"/>
              </a:avLst>
            </a:prstGeom>
            <a:solidFill>
              <a:srgbClr val="C5CE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86" name="Straight Connector 1885">
              <a:extLst>
                <a:ext uri="{FF2B5EF4-FFF2-40B4-BE49-F238E27FC236}">
                  <a16:creationId xmlns:a16="http://schemas.microsoft.com/office/drawing/2014/main" id="{E1E53B67-B8BD-B004-B4CD-BB6943BAFB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280974" y="5289406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7" name="Straight Connector 1886">
              <a:extLst>
                <a:ext uri="{FF2B5EF4-FFF2-40B4-BE49-F238E27FC236}">
                  <a16:creationId xmlns:a16="http://schemas.microsoft.com/office/drawing/2014/main" id="{B7AA08FC-B3C1-15A7-3EC3-1394C5D0609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234500" y="5288414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8" name="Straight Connector 1887">
              <a:extLst>
                <a:ext uri="{FF2B5EF4-FFF2-40B4-BE49-F238E27FC236}">
                  <a16:creationId xmlns:a16="http://schemas.microsoft.com/office/drawing/2014/main" id="{D5DC6915-E548-45B9-339F-EFF6147F328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93747" y="5288414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9" name="Straight Connector 1888">
              <a:extLst>
                <a:ext uri="{FF2B5EF4-FFF2-40B4-BE49-F238E27FC236}">
                  <a16:creationId xmlns:a16="http://schemas.microsoft.com/office/drawing/2014/main" id="{3C1A854E-091D-2495-1C31-4509F35C19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47273" y="5287423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0" name="Straight Connector 1889">
              <a:extLst>
                <a:ext uri="{FF2B5EF4-FFF2-40B4-BE49-F238E27FC236}">
                  <a16:creationId xmlns:a16="http://schemas.microsoft.com/office/drawing/2014/main" id="{E20C8AA8-EA8D-5261-7469-2EFFFBB8C17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07431" y="5288084"/>
              <a:ext cx="110362" cy="0"/>
            </a:xfrm>
            <a:prstGeom prst="line">
              <a:avLst/>
            </a:prstGeom>
            <a:ln w="19050">
              <a:solidFill>
                <a:srgbClr val="6361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2" name="Rectangle 1891">
              <a:extLst>
                <a:ext uri="{FF2B5EF4-FFF2-40B4-BE49-F238E27FC236}">
                  <a16:creationId xmlns:a16="http://schemas.microsoft.com/office/drawing/2014/main" id="{265A7439-F407-E7F8-888E-3472062069ED}"/>
                </a:ext>
              </a:extLst>
            </p:cNvPr>
            <p:cNvSpPr/>
            <p:nvPr/>
          </p:nvSpPr>
          <p:spPr>
            <a:xfrm rot="5400000">
              <a:off x="11200232" y="5389177"/>
              <a:ext cx="89928" cy="256385"/>
            </a:xfrm>
            <a:prstGeom prst="rect">
              <a:avLst/>
            </a:prstGeom>
            <a:solidFill>
              <a:srgbClr val="6266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3" name="Rectangle 1892">
              <a:extLst>
                <a:ext uri="{FF2B5EF4-FFF2-40B4-BE49-F238E27FC236}">
                  <a16:creationId xmlns:a16="http://schemas.microsoft.com/office/drawing/2014/main" id="{73C06D14-C2C4-4CCA-2583-F2E3281B19D9}"/>
                </a:ext>
              </a:extLst>
            </p:cNvPr>
            <p:cNvSpPr/>
            <p:nvPr/>
          </p:nvSpPr>
          <p:spPr>
            <a:xfrm rot="5400000">
              <a:off x="11136774" y="5300034"/>
              <a:ext cx="220062" cy="25960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4" name="Rectangle 1893">
              <a:extLst>
                <a:ext uri="{FF2B5EF4-FFF2-40B4-BE49-F238E27FC236}">
                  <a16:creationId xmlns:a16="http://schemas.microsoft.com/office/drawing/2014/main" id="{ABD7F8A2-649D-F4AC-5E18-ADA498D2E42E}"/>
                </a:ext>
              </a:extLst>
            </p:cNvPr>
            <p:cNvSpPr/>
            <p:nvPr/>
          </p:nvSpPr>
          <p:spPr>
            <a:xfrm rot="5400000">
              <a:off x="10907614" y="5328843"/>
              <a:ext cx="67394" cy="213907"/>
            </a:xfrm>
            <a:prstGeom prst="rect">
              <a:avLst/>
            </a:prstGeom>
            <a:solidFill>
              <a:srgbClr val="6266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5" name="Rectangle 1894">
              <a:extLst>
                <a:ext uri="{FF2B5EF4-FFF2-40B4-BE49-F238E27FC236}">
                  <a16:creationId xmlns:a16="http://schemas.microsoft.com/office/drawing/2014/main" id="{5447C0B4-5F8E-B76F-464D-F16437462E61}"/>
                </a:ext>
              </a:extLst>
            </p:cNvPr>
            <p:cNvSpPr/>
            <p:nvPr/>
          </p:nvSpPr>
          <p:spPr>
            <a:xfrm rot="5400000">
              <a:off x="10875079" y="5348896"/>
              <a:ext cx="134817" cy="1737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6" name="Rectangle 1895">
              <a:extLst>
                <a:ext uri="{FF2B5EF4-FFF2-40B4-BE49-F238E27FC236}">
                  <a16:creationId xmlns:a16="http://schemas.microsoft.com/office/drawing/2014/main" id="{ECCA117D-F6AC-5FD1-2309-691783A84B7A}"/>
                </a:ext>
              </a:extLst>
            </p:cNvPr>
            <p:cNvSpPr/>
            <p:nvPr/>
          </p:nvSpPr>
          <p:spPr>
            <a:xfrm rot="5400000">
              <a:off x="11281568" y="5573351"/>
              <a:ext cx="118952" cy="208605"/>
            </a:xfrm>
            <a:prstGeom prst="rect">
              <a:avLst/>
            </a:prstGeom>
            <a:solidFill>
              <a:srgbClr val="1A4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8" name="Oval 1897">
              <a:extLst>
                <a:ext uri="{FF2B5EF4-FFF2-40B4-BE49-F238E27FC236}">
                  <a16:creationId xmlns:a16="http://schemas.microsoft.com/office/drawing/2014/main" id="{FD2F7D61-35F1-0690-6204-6029309FC0C0}"/>
                </a:ext>
              </a:extLst>
            </p:cNvPr>
            <p:cNvSpPr/>
            <p:nvPr/>
          </p:nvSpPr>
          <p:spPr>
            <a:xfrm rot="5400000">
              <a:off x="11263844" y="5653224"/>
              <a:ext cx="51673" cy="4839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99" name="Straight Connector 1898">
              <a:extLst>
                <a:ext uri="{FF2B5EF4-FFF2-40B4-BE49-F238E27FC236}">
                  <a16:creationId xmlns:a16="http://schemas.microsoft.com/office/drawing/2014/main" id="{B393AF2D-1D3F-DDEF-0DC2-EBB26778658E}"/>
                </a:ext>
              </a:extLst>
            </p:cNvPr>
            <p:cNvCxnSpPr>
              <a:cxnSpLocks/>
              <a:stCxn id="1898" idx="0"/>
              <a:endCxn id="1898" idx="4"/>
            </p:cNvCxnSpPr>
            <p:nvPr/>
          </p:nvCxnSpPr>
          <p:spPr>
            <a:xfrm rot="5400000">
              <a:off x="11289681" y="5653224"/>
              <a:ext cx="0" cy="48392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0" name="Oval 1899">
              <a:extLst>
                <a:ext uri="{FF2B5EF4-FFF2-40B4-BE49-F238E27FC236}">
                  <a16:creationId xmlns:a16="http://schemas.microsoft.com/office/drawing/2014/main" id="{EAF07F3D-E991-FFCC-DE99-BD90252C18B0}"/>
                </a:ext>
              </a:extLst>
            </p:cNvPr>
            <p:cNvSpPr/>
            <p:nvPr/>
          </p:nvSpPr>
          <p:spPr>
            <a:xfrm rot="5400000">
              <a:off x="11263844" y="5653224"/>
              <a:ext cx="51673" cy="48392"/>
            </a:xfrm>
            <a:prstGeom prst="ellipse">
              <a:avLst/>
            </a:prstGeom>
            <a:noFill/>
            <a:ln w="95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1" name="Rectangle 1900">
              <a:extLst>
                <a:ext uri="{FF2B5EF4-FFF2-40B4-BE49-F238E27FC236}">
                  <a16:creationId xmlns:a16="http://schemas.microsoft.com/office/drawing/2014/main" id="{1CBBA5F0-692C-700D-3173-1BF94DA456F5}"/>
                </a:ext>
              </a:extLst>
            </p:cNvPr>
            <p:cNvSpPr/>
            <p:nvPr/>
          </p:nvSpPr>
          <p:spPr>
            <a:xfrm rot="5400000">
              <a:off x="11278598" y="5706428"/>
              <a:ext cx="118952" cy="208605"/>
            </a:xfrm>
            <a:prstGeom prst="rect">
              <a:avLst/>
            </a:prstGeom>
            <a:solidFill>
              <a:srgbClr val="1A4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2" name="Oval 1901">
              <a:extLst>
                <a:ext uri="{FF2B5EF4-FFF2-40B4-BE49-F238E27FC236}">
                  <a16:creationId xmlns:a16="http://schemas.microsoft.com/office/drawing/2014/main" id="{D0F22DFB-10E3-A9B6-5273-434840325E74}"/>
                </a:ext>
              </a:extLst>
            </p:cNvPr>
            <p:cNvSpPr/>
            <p:nvPr/>
          </p:nvSpPr>
          <p:spPr>
            <a:xfrm rot="5400000">
              <a:off x="11260874" y="5786301"/>
              <a:ext cx="51673" cy="4839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03" name="Straight Connector 1902">
              <a:extLst>
                <a:ext uri="{FF2B5EF4-FFF2-40B4-BE49-F238E27FC236}">
                  <a16:creationId xmlns:a16="http://schemas.microsoft.com/office/drawing/2014/main" id="{20BC3D75-D738-91FE-B58D-B06F1AD6005E}"/>
                </a:ext>
              </a:extLst>
            </p:cNvPr>
            <p:cNvCxnSpPr>
              <a:cxnSpLocks/>
              <a:stCxn id="1902" idx="0"/>
              <a:endCxn id="1902" idx="4"/>
            </p:cNvCxnSpPr>
            <p:nvPr/>
          </p:nvCxnSpPr>
          <p:spPr>
            <a:xfrm rot="5400000">
              <a:off x="11286711" y="5786301"/>
              <a:ext cx="0" cy="48392"/>
            </a:xfrm>
            <a:prstGeom prst="line">
              <a:avLst/>
            </a:prstGeom>
            <a:ln w="12700">
              <a:solidFill>
                <a:srgbClr val="858A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4" name="Oval 1903">
              <a:extLst>
                <a:ext uri="{FF2B5EF4-FFF2-40B4-BE49-F238E27FC236}">
                  <a16:creationId xmlns:a16="http://schemas.microsoft.com/office/drawing/2014/main" id="{EDEFE9F2-C860-0588-8FFC-CE5C762AA10F}"/>
                </a:ext>
              </a:extLst>
            </p:cNvPr>
            <p:cNvSpPr/>
            <p:nvPr/>
          </p:nvSpPr>
          <p:spPr>
            <a:xfrm rot="5400000">
              <a:off x="11260874" y="5786301"/>
              <a:ext cx="51673" cy="48392"/>
            </a:xfrm>
            <a:prstGeom prst="ellipse">
              <a:avLst/>
            </a:prstGeom>
            <a:noFill/>
            <a:ln w="95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5" name="Rectangle: Rounded Corners 1904">
              <a:extLst>
                <a:ext uri="{FF2B5EF4-FFF2-40B4-BE49-F238E27FC236}">
                  <a16:creationId xmlns:a16="http://schemas.microsoft.com/office/drawing/2014/main" id="{E74318A7-BD03-6671-B3FF-37D13F63B803}"/>
                </a:ext>
              </a:extLst>
            </p:cNvPr>
            <p:cNvSpPr/>
            <p:nvPr/>
          </p:nvSpPr>
          <p:spPr>
            <a:xfrm rot="5400000">
              <a:off x="10937665" y="5483955"/>
              <a:ext cx="166533" cy="35749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06" name="Straight Connector 1905">
              <a:extLst>
                <a:ext uri="{FF2B5EF4-FFF2-40B4-BE49-F238E27FC236}">
                  <a16:creationId xmlns:a16="http://schemas.microsoft.com/office/drawing/2014/main" id="{DFF3EE35-14B7-25F7-6E44-4CE82715BE9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93105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7" name="Straight Connector 1906">
              <a:extLst>
                <a:ext uri="{FF2B5EF4-FFF2-40B4-BE49-F238E27FC236}">
                  <a16:creationId xmlns:a16="http://schemas.microsoft.com/office/drawing/2014/main" id="{14AD9E06-B3CE-6DF7-1425-5A2E0B7D3A4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63077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1907">
              <a:extLst>
                <a:ext uri="{FF2B5EF4-FFF2-40B4-BE49-F238E27FC236}">
                  <a16:creationId xmlns:a16="http://schemas.microsoft.com/office/drawing/2014/main" id="{420A658E-7F9D-F331-D5DE-005CF8ACF62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35210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9" name="Straight Connector 1908">
              <a:extLst>
                <a:ext uri="{FF2B5EF4-FFF2-40B4-BE49-F238E27FC236}">
                  <a16:creationId xmlns:a16="http://schemas.microsoft.com/office/drawing/2014/main" id="{F1B932BB-FFD4-ABD8-9CC2-77A1868AE92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005181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1909">
              <a:extLst>
                <a:ext uri="{FF2B5EF4-FFF2-40B4-BE49-F238E27FC236}">
                  <a16:creationId xmlns:a16="http://schemas.microsoft.com/office/drawing/2014/main" id="{46B31A1A-C87C-3D8F-941D-8D5CB92281B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977279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1" name="Straight Connector 1910">
              <a:extLst>
                <a:ext uri="{FF2B5EF4-FFF2-40B4-BE49-F238E27FC236}">
                  <a16:creationId xmlns:a16="http://schemas.microsoft.com/office/drawing/2014/main" id="{B04488A2-4EB7-2BE6-AC25-6C5A6544538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947250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1911">
              <a:extLst>
                <a:ext uri="{FF2B5EF4-FFF2-40B4-BE49-F238E27FC236}">
                  <a16:creationId xmlns:a16="http://schemas.microsoft.com/office/drawing/2014/main" id="{A0B99F4A-767D-8E6B-5532-8CA4F0B24DE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919384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1914">
              <a:extLst>
                <a:ext uri="{FF2B5EF4-FFF2-40B4-BE49-F238E27FC236}">
                  <a16:creationId xmlns:a16="http://schemas.microsoft.com/office/drawing/2014/main" id="{4ADD46FF-3C5C-75B5-118D-96BFA14453F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89355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3F0F64B-0024-9AC3-F806-408C37AD58C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61470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C1E3B01-CA37-9220-BBD0-2CD10EC1E985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33568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44EACE9-B187-CEA6-33C1-D8ADD10742B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0803539" y="5662700"/>
              <a:ext cx="145936" cy="0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E037E15-7F89-D319-5CEF-8BD95EFA5A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140600" y="5841914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933DFFF-064D-3276-3632-EEE6E6E7CF0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51230" y="5841915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C0A319BE-59C4-972B-F24E-7618DF5CAE5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96274" y="5841915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7EA50E1-812A-52E6-6B2D-759A1FA4A6E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097705" y="5777813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1839C7F-965F-C7AC-616A-BDE7E509BB89}"/>
                </a:ext>
              </a:extLst>
            </p:cNvPr>
            <p:cNvSpPr/>
            <p:nvPr/>
          </p:nvSpPr>
          <p:spPr>
            <a:xfrm rot="5400000">
              <a:off x="11084532" y="5754634"/>
              <a:ext cx="51546" cy="1115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DAD4229-EFED-18A2-9F1C-2194FD936F9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24511" y="5924178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4EB02C6-FC24-3EB6-DBA8-0FE9824819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113881" y="5924177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2D574DC-7C21-4D3A-2416-260C794DE6B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68837" y="5924177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E1C2ED8-CDA3-CDE6-8E95-3E74FFD0B4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67406" y="5988279"/>
              <a:ext cx="2949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F1C9F1D-019A-1F50-8AD2-BEC906DCA3A0}"/>
                </a:ext>
              </a:extLst>
            </p:cNvPr>
            <p:cNvSpPr/>
            <p:nvPr/>
          </p:nvSpPr>
          <p:spPr>
            <a:xfrm rot="16200000">
              <a:off x="11058525" y="5899920"/>
              <a:ext cx="51546" cy="1115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7C51312-BB25-237A-BB55-788E6ADB43C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907355" y="5884376"/>
              <a:ext cx="150842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5FE2797-2065-C81C-56CE-B183377F74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17984" y="5884377"/>
              <a:ext cx="150843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0D3C0F7-1DD8-8A97-BFD4-79EDCC0DCB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50156" y="5884376"/>
              <a:ext cx="150840" cy="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5D7D0D7-7042-241E-05DA-B6C4FBCFC1E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81463" y="5884539"/>
              <a:ext cx="152077" cy="910"/>
            </a:xfrm>
            <a:prstGeom prst="line">
              <a:avLst/>
            </a:prstGeom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D6986BF-CD9F-8B3F-A7A3-FC81AA07B471}"/>
                </a:ext>
              </a:extLst>
            </p:cNvPr>
            <p:cNvSpPr/>
            <p:nvPr/>
          </p:nvSpPr>
          <p:spPr>
            <a:xfrm rot="5400000">
              <a:off x="10890225" y="5828605"/>
              <a:ext cx="96442" cy="1115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6CCA4396-61BD-04C0-EE94-5A6C70DD1ABB}"/>
              </a:ext>
            </a:extLst>
          </p:cNvPr>
          <p:cNvCxnSpPr>
            <a:cxnSpLocks/>
            <a:endCxn id="1867" idx="2"/>
          </p:cNvCxnSpPr>
          <p:nvPr/>
        </p:nvCxnSpPr>
        <p:spPr>
          <a:xfrm rot="10800000" flipV="1">
            <a:off x="9378321" y="4803005"/>
            <a:ext cx="2682134" cy="1676321"/>
          </a:xfrm>
          <a:prstGeom prst="bentConnector4">
            <a:avLst>
              <a:gd name="adj1" fmla="val -890"/>
              <a:gd name="adj2" fmla="val 113772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9" name="Connector: Elbow 1998">
            <a:extLst>
              <a:ext uri="{FF2B5EF4-FFF2-40B4-BE49-F238E27FC236}">
                <a16:creationId xmlns:a16="http://schemas.microsoft.com/office/drawing/2014/main" id="{72EBAC20-821C-7C8B-1108-B4C6871EA79A}"/>
              </a:ext>
            </a:extLst>
          </p:cNvPr>
          <p:cNvCxnSpPr>
            <a:cxnSpLocks/>
            <a:endCxn id="1857" idx="2"/>
          </p:cNvCxnSpPr>
          <p:nvPr/>
        </p:nvCxnSpPr>
        <p:spPr>
          <a:xfrm>
            <a:off x="660408" y="5516555"/>
            <a:ext cx="8601390" cy="962772"/>
          </a:xfrm>
          <a:prstGeom prst="bentConnector4">
            <a:avLst>
              <a:gd name="adj1" fmla="val 75737"/>
              <a:gd name="adj2" fmla="val 12374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6" name="Oval 1955">
            <a:extLst>
              <a:ext uri="{FF2B5EF4-FFF2-40B4-BE49-F238E27FC236}">
                <a16:creationId xmlns:a16="http://schemas.microsoft.com/office/drawing/2014/main" id="{EB91648C-F9F2-A69D-227A-D5D1E563BD81}"/>
              </a:ext>
            </a:extLst>
          </p:cNvPr>
          <p:cNvSpPr/>
          <p:nvPr/>
        </p:nvSpPr>
        <p:spPr>
          <a:xfrm>
            <a:off x="7097954" y="5465155"/>
            <a:ext cx="140517" cy="14051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7" name="Connector: Elbow 1956">
            <a:extLst>
              <a:ext uri="{FF2B5EF4-FFF2-40B4-BE49-F238E27FC236}">
                <a16:creationId xmlns:a16="http://schemas.microsoft.com/office/drawing/2014/main" id="{073BFE27-89BB-5849-8887-9C6BEBF280C9}"/>
              </a:ext>
            </a:extLst>
          </p:cNvPr>
          <p:cNvCxnSpPr>
            <a:cxnSpLocks/>
            <a:stCxn id="1956" idx="4"/>
            <a:endCxn id="1962" idx="2"/>
          </p:cNvCxnSpPr>
          <p:nvPr/>
        </p:nvCxnSpPr>
        <p:spPr>
          <a:xfrm rot="5400000" flipH="1" flipV="1">
            <a:off x="6980479" y="2605297"/>
            <a:ext cx="3188108" cy="2812641"/>
          </a:xfrm>
          <a:prstGeom prst="bentConnector4">
            <a:avLst>
              <a:gd name="adj1" fmla="val 99988"/>
              <a:gd name="adj2" fmla="val 5124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1" name="Oval 1960">
            <a:extLst>
              <a:ext uri="{FF2B5EF4-FFF2-40B4-BE49-F238E27FC236}">
                <a16:creationId xmlns:a16="http://schemas.microsoft.com/office/drawing/2014/main" id="{7C345A08-B00D-B7E5-E840-D3CD7E653042}"/>
              </a:ext>
            </a:extLst>
          </p:cNvPr>
          <p:cNvSpPr/>
          <p:nvPr/>
        </p:nvSpPr>
        <p:spPr>
          <a:xfrm>
            <a:off x="565691" y="5440031"/>
            <a:ext cx="140517" cy="14051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2" name="Oval 1961">
            <a:extLst>
              <a:ext uri="{FF2B5EF4-FFF2-40B4-BE49-F238E27FC236}">
                <a16:creationId xmlns:a16="http://schemas.microsoft.com/office/drawing/2014/main" id="{1C35DF8C-3171-34EA-01E2-01189D9DFB99}"/>
              </a:ext>
            </a:extLst>
          </p:cNvPr>
          <p:cNvSpPr/>
          <p:nvPr/>
        </p:nvSpPr>
        <p:spPr>
          <a:xfrm>
            <a:off x="9980854" y="2347305"/>
            <a:ext cx="140517" cy="140517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2" name="Rectangle 1971">
            <a:extLst>
              <a:ext uri="{FF2B5EF4-FFF2-40B4-BE49-F238E27FC236}">
                <a16:creationId xmlns:a16="http://schemas.microsoft.com/office/drawing/2014/main" id="{30C8409C-E69D-C646-E60E-28EC4E495EB7}"/>
              </a:ext>
            </a:extLst>
          </p:cNvPr>
          <p:cNvSpPr/>
          <p:nvPr/>
        </p:nvSpPr>
        <p:spPr>
          <a:xfrm>
            <a:off x="8900886" y="2770364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3" name="Rectangle 1972">
            <a:extLst>
              <a:ext uri="{FF2B5EF4-FFF2-40B4-BE49-F238E27FC236}">
                <a16:creationId xmlns:a16="http://schemas.microsoft.com/office/drawing/2014/main" id="{B72C5A0C-77AE-0599-1618-B726D4D179A9}"/>
              </a:ext>
            </a:extLst>
          </p:cNvPr>
          <p:cNvSpPr/>
          <p:nvPr/>
        </p:nvSpPr>
        <p:spPr>
          <a:xfrm>
            <a:off x="8900162" y="2911671"/>
            <a:ext cx="45719" cy="45719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4" name="Connector: Elbow 1973">
            <a:extLst>
              <a:ext uri="{FF2B5EF4-FFF2-40B4-BE49-F238E27FC236}">
                <a16:creationId xmlns:a16="http://schemas.microsoft.com/office/drawing/2014/main" id="{EA464C30-AFC7-884B-6ABB-818D5696CC7F}"/>
              </a:ext>
            </a:extLst>
          </p:cNvPr>
          <p:cNvCxnSpPr>
            <a:cxnSpLocks/>
            <a:stCxn id="1972" idx="0"/>
            <a:endCxn id="1874" idx="1"/>
          </p:cNvCxnSpPr>
          <p:nvPr/>
        </p:nvCxnSpPr>
        <p:spPr>
          <a:xfrm rot="16200000" flipH="1">
            <a:off x="7987593" y="3706516"/>
            <a:ext cx="2608425" cy="736120"/>
          </a:xfrm>
          <a:prstGeom prst="bentConnector4">
            <a:avLst>
              <a:gd name="adj1" fmla="val 811"/>
              <a:gd name="adj2" fmla="val 123941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6" name="Connector: Elbow 1975">
            <a:extLst>
              <a:ext uri="{FF2B5EF4-FFF2-40B4-BE49-F238E27FC236}">
                <a16:creationId xmlns:a16="http://schemas.microsoft.com/office/drawing/2014/main" id="{EF05A25C-72E4-79FE-51C7-35A5CBDFD3C2}"/>
              </a:ext>
            </a:extLst>
          </p:cNvPr>
          <p:cNvCxnSpPr>
            <a:cxnSpLocks/>
            <a:stCxn id="1973" idx="0"/>
            <a:endCxn id="1880" idx="2"/>
          </p:cNvCxnSpPr>
          <p:nvPr/>
        </p:nvCxnSpPr>
        <p:spPr>
          <a:xfrm rot="16200000" flipH="1">
            <a:off x="7991616" y="3843077"/>
            <a:ext cx="2456924" cy="594113"/>
          </a:xfrm>
          <a:prstGeom prst="bentConnector3">
            <a:avLst>
              <a:gd name="adj1" fmla="val 68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D55FFEA-62AA-873C-5080-E7663D544A0B}"/>
              </a:ext>
            </a:extLst>
          </p:cNvPr>
          <p:cNvSpPr/>
          <p:nvPr/>
        </p:nvSpPr>
        <p:spPr>
          <a:xfrm>
            <a:off x="3963604" y="5803529"/>
            <a:ext cx="2750749" cy="806378"/>
          </a:xfrm>
          <a:prstGeom prst="rect">
            <a:avLst/>
          </a:prstGeom>
          <a:solidFill>
            <a:srgbClr val="761C5A"/>
          </a:solidFill>
          <a:ln>
            <a:solidFill>
              <a:srgbClr val="4711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ARCEUS CIRCUIT</a:t>
            </a:r>
          </a:p>
          <a:p>
            <a:pPr algn="ctr"/>
            <a:r>
              <a:rPr lang="en-US" dirty="0"/>
              <a:t>DIAGRAM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F7FBFE69-CF89-7C4B-3D81-E07682ABD4C9}"/>
              </a:ext>
            </a:extLst>
          </p:cNvPr>
          <p:cNvSpPr/>
          <p:nvPr/>
        </p:nvSpPr>
        <p:spPr>
          <a:xfrm>
            <a:off x="7223806" y="437534"/>
            <a:ext cx="140517" cy="14051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1552A21-0974-7328-8800-573320293DBD}"/>
              </a:ext>
            </a:extLst>
          </p:cNvPr>
          <p:cNvSpPr/>
          <p:nvPr/>
        </p:nvSpPr>
        <p:spPr>
          <a:xfrm>
            <a:off x="9055168" y="4413404"/>
            <a:ext cx="371493" cy="489289"/>
          </a:xfrm>
          <a:prstGeom prst="rect">
            <a:avLst/>
          </a:prstGeom>
          <a:solidFill>
            <a:srgbClr val="761C5A"/>
          </a:solidFill>
          <a:ln>
            <a:solidFill>
              <a:srgbClr val="4711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 5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6AB469F-A3E1-C736-DB7E-8AF7845FA954}"/>
              </a:ext>
            </a:extLst>
          </p:cNvPr>
          <p:cNvSpPr/>
          <p:nvPr/>
        </p:nvSpPr>
        <p:spPr>
          <a:xfrm>
            <a:off x="3922200" y="1915737"/>
            <a:ext cx="371493" cy="489289"/>
          </a:xfrm>
          <a:prstGeom prst="rect">
            <a:avLst/>
          </a:prstGeom>
          <a:solidFill>
            <a:srgbClr val="761C5A"/>
          </a:solidFill>
          <a:ln>
            <a:solidFill>
              <a:srgbClr val="4711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 4</a:t>
            </a:r>
          </a:p>
        </p:txBody>
      </p:sp>
    </p:spTree>
    <p:extLst>
      <p:ext uri="{BB962C8B-B14F-4D97-AF65-F5344CB8AC3E}">
        <p14:creationId xmlns:p14="http://schemas.microsoft.com/office/powerpoint/2010/main" val="385161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92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Agency FB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Bhuiyan Hashibuzzaman</dc:creator>
  <cp:lastModifiedBy>Bhuiyan Hashibuzzaman</cp:lastModifiedBy>
  <cp:revision>13</cp:revision>
  <dcterms:created xsi:type="dcterms:W3CDTF">2025-05-25T15:28:08Z</dcterms:created>
  <dcterms:modified xsi:type="dcterms:W3CDTF">2026-05-21T14:33:03Z</dcterms:modified>
</cp:coreProperties>
</file>